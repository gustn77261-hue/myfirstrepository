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70" r:id="rId4"/>
    <p:sldId id="271" r:id="rId5"/>
    <p:sldId id="266" r:id="rId6"/>
    <p:sldId id="273" r:id="rId7"/>
    <p:sldId id="274" r:id="rId8"/>
    <p:sldId id="267" r:id="rId9"/>
    <p:sldId id="275" r:id="rId10"/>
    <p:sldId id="258" r:id="rId11"/>
    <p:sldId id="257" r:id="rId12"/>
    <p:sldId id="259" r:id="rId13"/>
    <p:sldId id="261" r:id="rId14"/>
    <p:sldId id="262" r:id="rId15"/>
    <p:sldId id="263" r:id="rId16"/>
    <p:sldId id="264" r:id="rId17"/>
    <p:sldId id="265" r:id="rId18"/>
    <p:sldId id="260" r:id="rId19"/>
    <p:sldId id="268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7" autoAdjust="0"/>
    <p:restoredTop sz="94660"/>
  </p:normalViewPr>
  <p:slideViewPr>
    <p:cSldViewPr snapToGrid="0">
      <p:cViewPr varScale="1">
        <p:scale>
          <a:sx n="85" d="100"/>
          <a:sy n="85" d="100"/>
        </p:scale>
        <p:origin x="1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0:21:20.27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1845 1913 24575,'-1'3'0,"-1"0"0,1 0 0,-1 0 0,0 0 0,0-1 0,0 1 0,0 0 0,0-1 0,-1 0 0,1 0 0,-1 0 0,-3 3 0,-12 11 0,7-4 0,0-1 0,-1 0 0,0-1 0,-1 0 0,0-1 0,0 0 0,-29 13 0,10-8 0,-2-1 0,-51 12 0,43-17 0,0-3 0,0-2 0,-1-1 0,-61-6 0,6 1 0,-54 6 0,-148-7 0,157-25 0,133 28 0,0-1 0,-1 1 0,1-2 0,0 1 0,1-1 0,-1-1 0,0 0 0,1 0 0,0-1 0,0 0 0,0-1 0,1 0 0,-14-12 0,-37-28 0,47 39 0,1-1 0,1 0 0,-1 0 0,1-1 0,1-1 0,0 0 0,-10-13 0,0-3 0,-2 0 0,-26-25 0,20 22 0,-27-36 0,47 55 0,1 1 0,0-1 0,1-1 0,0 1 0,0-1 0,1 0 0,0 0 0,-2-15 0,-10-50 0,8 43 0,1-1 0,-3-60 0,10-352 0,2 195 0,-2 235 0,2 0 0,0 1 0,1-1 0,1 0 0,0 1 0,1 0 0,1 0 0,0 1 0,16-27 0,7-6 0,54-63 0,-74 98 0,7-6 0,0 2 0,2 0 0,23-17 0,16-14 0,-45 36 0,1 1 0,1 0 0,0 1 0,0 1 0,1 0 0,-1 1 0,2 1 0,-1 0 0,17-3 0,16-2 0,82-8 0,-99 14 0,-1-1 0,45-16 0,-45 12 0,53-9 0,-71 17 0,0 1 0,0 0 0,1 1 0,-1 0 0,0 1 0,0 1 0,0 0 0,12 4 0,9 5 0,0 3 0,-1 0 0,-1 2 0,51 35 0,36 40 0,-92-71 0,-2 1 0,0 0 0,-1 2 0,-1 1 0,24 36 0,2-2 0,-40-49 0,2 0 0,-1-1 0,1 0 0,11 7 0,-12-9 0,0 0 0,0 1 0,0 0 0,-1 1 0,10 12 0,3 4 0,0-1 0,2 0 0,32 24 0,22 21 0,-64-54 0,-1 1 0,0 1 0,-1 0 0,15 31 0,23 33 0,-41-69 0,-1 1 0,-1 0 0,10 25 0,-10-23 0,0 0 0,16 24 0,-16-27 0,0 0 0,0 1 0,-1-1 0,-1 1 0,0 0 0,0 0 0,-1 0 0,-1 1 0,2 22 0,-2 13 0,-5 61 0,-1-29 0,4-59 0,0-1 0,-2 0 0,-8 38 0,8-50 0,-1 0 0,1-1 0,-2 1 0,1-1 0,-1 0 0,0 0 0,0 0 0,-1-1 0,0 1 0,0-1 0,0 0 0,-12 9 0,-38 43 132,16-16-1629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0:21:22.92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7 0 24575,'1'5'0,"0"0"0,0-1 0,0 0 0,1 1 0,-1-1 0,5 8 0,8 22 0,-7 27 0,-3 1 0,-5 114 0,-2-59 0,1 4 0,5 141 0,14-155 0,-10-70 0,4 62 0,-9 589 0,-4-332 0,3-268 0,-3 102 0,-15-106 0,11-63 0,2 0 0,-3 28 0,3 396 0,7-229 0,0-70 0,-7 159 0,-12-221 0,11-62 0,0 0 0,-1 26 0,6 129 0,-2 27 0,-3-176-1365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0:21:25.78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66 307 24575,'2'0'0,"0"1"0,1-1 0,-1 1 0,0-1 0,0 1 0,0 0 0,0 0 0,0 0 0,0 0 0,0 0 0,0 0 0,0 1 0,-1-1 0,1 0 0,0 1 0,-1 0 0,1-1 0,-1 1 0,0 0 0,1 0 0,0 2 0,23 47 0,-18-32 0,67 121 0,-60-113 0,0 0 0,11 36 0,-15-36 0,1 0 0,24 40 0,56 51 0,-86-110 0,1-1 0,-1 0 0,1 0 0,0-1 0,0 1 0,1-1 0,0 0 0,0-1 0,1 0 0,-1 0 0,1-1 0,0 0 0,0 0 0,1 0 0,-1-1 0,1-1 0,0 1 0,-1-2 0,1 1 0,0-1 0,0 0 0,0-1 0,0 0 0,0 0 0,0-1 0,0 0 0,0-1 0,0 0 0,-1 0 0,1-1 0,-1 0 0,1-1 0,-1 0 0,0 0 0,0-1 0,7-5 0,14-13 0,44-47 0,-51 47 0,1 1 0,0 1 0,31-20 0,-38 30 0,-1-1 0,-1-1 0,17-18 0,19-18 0,-26 26 0,0 0 0,37-53 0,-35 42 0,33-33 0,-30 38 0,-1-1 0,-2-1 0,-2-1 0,37-63 0,-45 71 0,-13 20 0,1-1 0,-1 0 0,-1 1 0,1-1 0,-1 0 0,1-1 0,-1 1 0,1-7 0,-3 12 0,0-1 0,0 0 0,0 0 0,0 0 0,0 0 0,0 0 0,0 0 0,-1 0 0,1 0 0,0 1 0,0-1 0,-1 0 0,1 0 0,-1 0 0,1 0 0,-1 1 0,1-1 0,-1 0 0,1 1 0,-1-1 0,-1-1 0,0 1 0,-1-1 0,1 1 0,-1 0 0,0 0 0,1 0 0,-1 0 0,0 0 0,0 0 0,0 1 0,-3-1 0,-44-2 0,0 1 0,-54 6 0,49-1 0,-73-5 0,44-14 0,63 11 0,-1 0 0,-26-1 0,-43 5 0,64 2 0,0-1 0,1-1 0,-1-2 0,-39-8 0,37 5 0,-1 1 0,0 1 0,-33 1 0,-5-2 0,-14-9 0,70 11 0,0 0 0,1 1 0,-1 0 0,0 0 0,0 1 0,0 1 0,0 0 0,0 1 0,0 0 0,0 1 0,0 0 0,-20 7 0,24-6 0,1 1 0,-1 0 0,1 0 0,0 0 0,0 1 0,1 0 0,0 0 0,-1 1 0,2 0 0,-1 0 0,1 0 0,0 0 0,0 1 0,0 0 0,1 0 0,0 1 0,1-1 0,0 1 0,0-1 0,0 1 0,1 0 0,0 0 0,1 0 0,0 1 0,0-1 0,0 0 0,1 0 0,1 1 0,-1-1 0,1 0 0,1 0 0,0 0 0,0 0 0,0 0 0,1 0 0,0 0 0,1-1 0,-1 0 0,1 1 0,10 11 0,7 7 0,26 44 0,-38-54 0,1 0 0,0 0 0,2-1 0,0-1 0,0 0 0,1 0 0,1-1 0,25 18 0,-7-8 0,-1 1 0,-1 2 0,38 41 0,-46-44 0,-9-12-244,-1-1 0,2 0 0,-1-1 0,16 7 0,-28-15 99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0:21:29.58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2724 0 24575,'-455'0'0,"430"2"0,-1 1 0,-47 11 0,45-8 0,1-1 0,-36 2 0,-625-5 0,331-5 0,-373 3 0,692 2 0,0 2 0,-60 15 0,64-12 0,30-7-136,0 1-1,-1 0 1,1 1-1,0-1 1,0 1-1,0-1 1,1 1-1,-1 0 0,-3 3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0:21:30.33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553 1 24575,'-5'2'0,"-1"0"0,1 0 0,0 1 0,0 0 0,0 0 0,1 1 0,-1-1 0,1 1 0,-1 0 0,1 0 0,-7 9 0,0-1 0,-167 165 0,168-167 0,-1-1 0,-1 0 0,-14 9 0,13-11 0,1 2 0,0 0 0,-14 14 0,12-8 0,-77 88 0,80-89 0,2 0 0,0 1 0,0 0 0,2 0 0,0 1 0,-6 19 0,11-29 0,0 0 0,1 1 0,0-1 0,0 0 0,1 1 0,0-1 0,0 1 0,0-1 0,1 0 0,0 1 0,0-1 0,1 0 0,0 0 0,0 0 0,0 0 0,1 0 0,-1 0 0,1 0 0,1-1 0,-1 0 0,1 1 0,0-1 0,6 5 0,9 8 0,1 0 0,1-2 0,0 0 0,34 17 0,14 12 0,-31-20 0,2-1 0,77 33 0,26 14 0,-73-29 0,74 58 0,-132-89-273,0 1 0,0 1 0,-1 0 0,16 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1:52:33.4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203 198 24575,'-5'0'0,"0"1"0,0-1 0,0 1 0,0 0 0,0 0 0,1 0 0,-1 0 0,0 1 0,1 0 0,-1 0 0,1 0 0,-1 1 0,1-1 0,0 1 0,0 0 0,0 1 0,1-1 0,-1 0 0,1 1 0,-1 0 0,-4 8 0,2-1 0,0-1 0,1 1 0,1 1 0,0-1 0,0 1 0,1 0 0,-3 20 0,-2 9 0,-14 44 0,13-57 0,2 1 0,0 0 0,2 0 0,-1 33 0,5 432 0,3-217 0,0-243 0,2 0 0,14 59 0,-10-55 0,-3-11 0,2 0 0,0-1 0,2 0 0,1 0 0,1-1 0,2 0 0,0-1 0,23 31 0,-1-8 0,2-2 0,2-1 0,1-2 0,69 54 0,-97-87 0,0 0 0,0-1 0,1 0 0,1-1 0,-1-1 0,1 0 0,0-1 0,17 4 0,44 9 0,148 31 0,-145-35 0,-61-9 0,0-1 0,0-1 0,0-1 0,1 0 0,-1-1 0,1-1 0,0 0 0,-1-2 0,0 0 0,20-5 0,241-86 0,-168 37 0,-86 46 0,-1-1 0,0-1 0,-1-1 0,-1-1 0,0-1 0,-1 0 0,0-2 0,-1 0 0,-1-2 0,29-38 0,-13 7 0,-1-1 0,-3-2 0,33-81 0,-55 118 0,-1 0 0,-1 0 0,-1 0 0,0-1 0,-1 0 0,-1 0 0,2-22 0,12-90 0,-10 88 0,3-57 0,-11-370 0,0 449 0,-1 1 0,0 0 0,-2 0 0,0 0 0,-1 0 0,-1 1 0,-14-31 0,7 23 0,0 0 0,-2 1 0,-1 1 0,-26-32 0,20 36 0,0 0 0,-1 1 0,-1 1 0,-39-20 0,57 33 0,-188-99 0,159 86 0,0 2 0,-1 1 0,-54-14 0,-7-2 0,64 18 0,-1 1 0,0 2 0,0 1 0,0 2 0,-1 2 0,-41-1 0,44 2 0,0 0 0,0-2 0,1-2 0,-39-13 0,-33-6 0,49 14 0,27 5 0,-1 2 0,-42-3 0,60 7 0,-1 2 0,1-1 0,-1 1 0,1 1 0,0 0 0,0 1 0,0 0 0,0 0 0,0 1 0,-13 7 0,-16 16-1365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1:52:34.9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37 540 24575,'-2'0'0,"1"-1"0,-1 1 0,1-1 0,-1 0 0,1 1 0,0-1 0,-1 0 0,1 0 0,0 0 0,0 0 0,0 0 0,0-1 0,0 1 0,0 0 0,0 0 0,0-1 0,0 1 0,0-1 0,1 1 0,-1 0 0,1-1 0,-1 1 0,1-1 0,-1 0 0,1 1 0,0-1 0,0-2 0,-6-51 0,5 49 0,-3-76 0,9-109 0,-5 186 0,1-1 0,0 1 0,0-1 0,1 1 0,0-1 0,0 1 0,0 0 0,0 0 0,1 0 0,0 0 0,0 1 0,0-1 0,1 1 0,4-4 0,-1 1 0,0 0 0,1 1 0,0 0 0,1 1 0,-1 0 0,1 0 0,13-5 0,1 2 0,1 1 0,1 1 0,-1 1 0,1 1 0,40-2 0,-31 5 0,-3-2 0,0 3 0,0 0 0,-1 2 0,40 7 0,-52-3 0,-1 0 0,0 1 0,27 16 0,-3-1 0,-31-16 0,0-1 0,0 2 0,0-1 0,-1 1 0,0 1 0,-1 0 0,1 0 0,-2 0 0,1 1 0,-1 0 0,0 1 0,-1 0 0,7 15 0,-3-3 0,-1 1 0,-1 0 0,-2 0 0,0 1 0,3 33 0,-2-30 0,0 0 0,2 0 0,0-1 0,26 47 0,-26-53 0,-2-6 0,-2-6 0,-1 0 0,0 0 0,0 1 0,4 16 0,-8-24 0,0 0 0,0 0 0,1 0 0,-1 0 0,0 0 0,0 0 0,0 0 0,-1 0 0,1 0 0,0 0 0,0 0 0,0 0 0,-1 0 0,1-1 0,0 1 0,-1 0 0,1 0 0,-1 0 0,1 0 0,-1 0 0,0 0 0,-1 0 0,1 0 0,0 0 0,-1-1 0,1 1 0,-1-1 0,1 1 0,-1-1 0,1 0 0,-1 1 0,0-1 0,1 0 0,-1 0 0,1 0 0,-1 0 0,1 0 0,-1-1 0,-2 0 0,-2 0 0,1 0 0,0-1 0,-1 1 0,1-2 0,0 1 0,0 0 0,0-1 0,1 0 0,-1 0 0,0 0 0,1-1 0,0 1 0,-5-7 0,-4-5 0,0-1 0,-14-25 0,20 28 0,-1 1 0,0 1 0,0-1 0,-1 2 0,-1-1 0,-16-13 0,-11-5 0,29 22 0,1 1 0,-1 0 0,-1 0 0,1 0 0,-1 1 0,0 0 0,0 1 0,0 0 0,-1 0 0,1 1 0,-1 1 0,0-1 0,-12 0 0,-41 0 0,-109 8 0,158-2 0,-1 0 0,0 0 0,1 2 0,0-1 0,0 2 0,0 0 0,-25 16 0,9-3 0,2 1 0,-34 32 0,58-49 12,1 1 0,-1 0 0,1-1 0,0 1 0,0 1 0,1-1 0,-1 0 0,1 1 0,-3 8 0,4-11-80,0 0 1,1 1-1,-1-1 1,1 1-1,-1-1 1,1 1-1,0-1 1,0 0-1,0 1 1,0-1-1,1 1 1,-1-1-1,1 1 1,-1-1-1,1 0 1,0 1-1,0-1 1,0 0-1,0 0 1,0 0-1,3 3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1:52:35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24575,'2'1'0,"-1"-1"0,1 1 0,-1 0 0,1 0 0,-1-1 0,0 1 0,1 0 0,-1 0 0,0 0 0,0 0 0,1 0 0,-1 0 0,0 1 0,0-1 0,0 0 0,-1 1 0,1-1 0,0 0 0,0 1 0,-1-1 0,1 1 0,-1-1 0,1 1 0,-1 0 0,0-1 0,1 1 0,-1 2 0,6 51 0,-5-49 0,2 403 0,-6-210 0,3-191 0,0 1 0,1-1 0,0 1 0,0-1 0,1 0 0,0 1 0,4 10 0,-4-15 0,0 0 0,0 0 0,0-1 0,1 1 0,-1-1 0,1 1 0,0-1 0,0 0 0,0 0 0,1-1 0,-1 1 0,0-1 0,1 1 0,0-1 0,0 0 0,5 2 0,69 37 0,-54-28 0,0 0 0,34 13 0,-52-24 0,1 1 0,-1-2 0,1 1 0,0-1 0,-1 0 0,1 0 0,0-1 0,0 0 0,0 0 0,0 0 0,0-1 0,-1 0 0,1-1 0,6-2 0,-9 3-59,-1 0 0,0 0-1,0 0 1,0-1-1,0 0 1,-1 1 0,1-1-1,0 0 1,-1 0 0,1-1-1,-1 1 1,0 0 0,1-1-1,-1 0 1,-1 1-1,1-1 1,0 0 0,-1 0-1,1 0 1,-1 0 0,0 0-1,1-5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0:13.2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3347 24575,'470'0'0,"-432"-2"0,0-2 0,49-11 0,-17 2 0,3-2 0,-46 9 0,1 1 0,45-3 0,737 7 0,-383 3 0,-420-1 0,0-1 0,-1-1 0,1 1 0,0-1 0,-1 0 0,1-1 0,-1 1 0,1-1 0,-1-1 0,0 1 0,0-1 0,0 0 0,0 0 0,0-1 0,-1 0 0,1 0 0,-1 0 0,0 0 0,-1-1 0,1 0 0,-1 0 0,0 0 0,0-1 0,0 1 0,3-8 0,6-9 0,-1 0 0,-1 0 0,-2-1 0,0 0 0,-1-1 0,-1 0 0,-1 0 0,4-41 0,-2 27 0,2 1 0,1 0 0,2 1 0,2 0 0,31-54 0,-4 4 0,-25 45 0,-9 22 0,0 1 0,16-25 0,-3 10 0,21-32 0,69-84 0,28-38 0,-91 103 0,-34 57 0,28-40 0,-24 39 0,21-39 0,-28 45 0,1 1 0,1 0 0,1 1 0,19-22 0,13-18 0,-39 48 0,2 0 0,0 1 0,17-17 0,-21 24 0,-1 0 0,1 1 0,0-1 0,1 1 0,-1 0 0,1 1 0,-1 0 0,1-1 0,0 2 0,0-1 0,-1 1 0,10-2 0,62-1 0,112 6 0,-53 1 0,2237-3 0,-2367 0 0,0 0 0,-1 0 0,1-1 0,0 0 0,0 0 0,-1 0 0,1-1 0,-1 0 0,1 0 0,-1 0 0,6-4 0,0-2 0,0 0 0,-1-1 0,16-18 0,23-20 0,-25 25 0,29-36 0,-36 39 0,40-36 0,12-11 0,57-63 0,-109 110 0,33-30 0,15-16 0,-46 45 0,0 0 0,2 2 0,25-19 0,34-30 0,-67 57 0,-1 0 0,1 1 0,0 0 0,29-13 0,30-20 0,-2-2 0,-55 36 0,-1 0 0,1-2 0,-1 1 0,-1-2 0,20-18 0,38-40 0,-51 51 0,0-1 0,29-35 0,-14 7 0,-2-1 0,48-98 0,-78 140 0,-1 1 0,1-1 0,0 1 0,1 0 0,-1 0 0,1 0 0,0 0 0,0 1 0,1-1 0,-1 1 0,1 0 0,0 1 0,0-1 0,0 1 0,7-3 0,-2 2 0,1 1 0,0 0 0,0 1 0,0 0 0,0 0 0,0 2 0,18 0 0,54-1 0,171 7 0,-173 9 0,-60-9 0,1-2 0,23 2 0,-13-2 0,44 9 0,-47-6 0,1-2 0,35 2 0,303-7 94,-168-1-1553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0:15.19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249 2 24575,'10'-1'0,"0"1"0,1 0 0,-1 1 0,0 0 0,0 0 0,0 1 0,0 0 0,0 1 0,-1 0 0,1 1 0,-1 0 0,0 0 0,0 1 0,0 0 0,0 0 0,13 13 0,-8-7 0,1 0 0,0-1 0,20 10 0,29 20 0,-17-7 0,-28-20 0,-1 0 0,0 1 0,-1 1 0,19 22 0,-20-21 0,0-1 0,1-1 0,1 0 0,0-1 0,0-1 0,28 13 0,-19-10 0,-1 1 0,34 27 0,-41-29 0,0-1 0,41 22 0,-38-24 0,-2 1 0,31 23 0,-51-35 0,1 0 0,-1 0 0,1 0 0,-1 1 0,1-1 0,-1 0 0,1 1 0,-1-1 0,0 0 0,1 1 0,-1-1 0,0 0 0,1 1 0,-1-1 0,0 1 0,1-1 0,-1 1 0,0-1 0,0 1 0,0-1 0,1 1 0,-1-1 0,0 1 0,0-1 0,0 1 0,0-1 0,0 1 0,0-1 0,0 1 0,0-1 0,0 1 0,0-1 0,0 1 0,0-1 0,-1 1 0,1-1 0,0 1 0,0-1 0,-1 1 0,1-1 0,0 0 0,0 1 0,-1-1 0,1 1 0,0-1 0,-1 0 0,1 1 0,-1-1 0,1 0 0,0 1 0,-1-1 0,1 0 0,-1 1 0,1-1 0,-1 0 0,1 0 0,-1 0 0,1 0 0,-1 1 0,1-1 0,-1 0 0,1 0 0,-1 0 0,1 0 0,-1 0 0,-51 8 0,31-6 0,-40 9 0,1-3 0,-1-2 0,-104-5 0,128-1 0,16 1 0,0 1 0,0 1 0,-25 7 0,-46 6 0,73-14 0,0 1 0,1 1 0,-1 0 0,1 2 0,-25 10 0,0 0 0,-76 15 0,90-25 0,-1 1 0,2 1 0,-54 23 0,47-18 0,23-17 0,13-16 0,7 1 0,1 1 0,1-1 0,19-27 0,-16 27 0,-1 0 0,16-38 0,-5-3 0,25-109 0,-40 140 0,1 1 0,22-47 0,-17 43 0,14-48 0,-25 68 0,-1 4 0,-1 0 0,2 0 0,-1 1 0,1-1 0,0 1 0,1 0 0,-1 0 0,6-8 0,-8 15 0,-1 0 0,0 0 0,1 0 0,-1 0 0,0 0 0,0 0 0,1 0 0,-1 0 0,0 0 0,1 0 0,-1 0 0,0 0 0,1 0 0,-1 0 0,0 0 0,1 0 0,-1 0 0,0 0 0,0 0 0,1 0 0,-1 0 0,0 1 0,0-1 0,1 0 0,-1 0 0,0 0 0,0 1 0,1-1 0,-1 0 0,0 0 0,0 0 0,0 1 0,1-1 0,-1 0 0,0 0 0,0 1 0,0-1 0,0 0 0,0 1 0,0-1 0,1 0 0,-1 1 0,0-1 0,0 0 0,0 0 0,0 1 0,0-1 0,0 0 0,0 1 0,0-1 0,-1 0 0,1 1 0,0-1 0,0 1 0,3 20 0,-3 84 0,-2-77 0,2-1 0,0 1 0,2 0 0,10 48 0,1-33 0,3 0 0,30 62 0,-42-99 0,0 0 0,0-1 0,1 0 0,-1 0 0,1 0 0,0-1 0,1 0 0,-1 1 0,1-2 0,-1 1 0,1-1 0,0 0 0,1 0 0,-1 0 0,0-1 0,1 0 0,6 1 0,15 3 0,0-1 0,44 2 0,-196-74 0,60 43 0,48 19 0,0-1 0,0 0 0,-27-16 0,42 22 0,0-1 0,0 1 0,0-1 0,0 1 0,1-1 0,-1 1 0,0-1 0,0 1 0,0-1 0,0 0 0,1 1 0,-1-1 0,0 0 0,1 0 0,-1 0 0,1 1 0,-1-1 0,1 0 0,-1 0 0,1 0 0,-1 0 0,1 0 0,0 0 0,0 0 0,-1 0 0,1 0 0,0 0 0,0 0 0,0 0 0,0 0 0,0 0 0,0 0 0,1 0 0,-1 0 0,0 0 0,0 0 0,1 0 0,-1 0 0,0 0 0,1 0 0,-1 0 0,1 0 0,0 0 0,-1 1 0,1-1 0,0 0 0,-1 0 0,1 1 0,0-1 0,0 0 0,-1 1 0,1-1 0,0 1 0,0-1 0,0 1 0,0-1 0,1 1 0,10-7 0,0 2 0,0 0 0,20-6 0,-18 6 0,170-50 0,-167 50 0,-130 3 0,83 7 0,29-5 0,1 0 0,-1 1 0,1-1 0,-1 0 0,1 0 0,0 1 0,-1-1 0,1 1 0,-1-1 0,1 0 0,-1 1 0,1-1 0,0 1 0,-1-1 0,1 1 0,0-1 0,0 1 0,-1-1 0,1 1 0,0-1 0,0 1 0,0 0 0,0-1 0,0 1 0,0-1 0,0 2 0,1 1 0,0 0 0,0 0 0,0 0 0,1 0 0,0 0 0,-1 0 0,1 0 0,0-1 0,0 1 0,1-1 0,-1 1 0,5 2 0,5 6 15,1-1 0,0 0 0,1-1 0,0-1 0,1 0 0,0-1 0,30 10 0,-20-9-312,1-1 0,0-1 0,0-2 0,32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0:46.79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202 9339 24575,'13'-37'0,"1"4"0,-11 5 0,0-1 0,-1-29 0,-2 33 0,0 1 0,2 0 0,9-40 0,-1 9 0,-3 0 0,-1 0 0,-4 0 0,-5-86 0,0 20 0,1 15 0,5-121 0,13 146 0,-11 61 0,0-1 0,1-26 0,-6-69 0,-1 86 0,0 0 0,2 0 0,1 0 0,11-54 0,-7 54 0,-1 0 0,-1-1 0,-1-61 0,1-4 0,11 15 0,-10 60 0,0 0 0,1-26 0,-2-447 0,-7 254 0,3-329 0,2 543 0,0 1 0,11-43 0,-7 40 0,-1 1 0,1-31 0,-5-648 0,-3 342 0,4 166 0,-5-221 0,-27 118 0,14 199 0,8 57 0,1 0 0,0-50 0,7 62 0,-1 0 0,-2 1 0,-11-49 0,-20-152 0,29 207 0,1-1 0,0-36 0,4 38 0,-2 0 0,-1 0 0,-6-25 0,-32-143 0,36 167 0,2 0 0,0 0 0,2-31 0,1 32 0,-1 0 0,-1 0 0,-8-40 0,-17-87 0,13 57 0,1-15 0,8 66 0,-10-50 0,-19-72 0,28 127 0,1 0 0,2 0 0,4-77 0,2 77 0,-3 0 0,-1 0 0,-13-74 0,7 73 0,1-1 0,1-55 0,0 14 0,-10-10 0,9 66 0,2 0 0,-2-31 0,5-359 0,2 196 0,1 201-341,0 0 0,1 0-1,10-36 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0:47.89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592 63 24575,'-1'4'0,"-1"1"0,1 0 0,-1-1 0,-1 1 0,1-1 0,-1 1 0,1-1 0,-1 0 0,0 0 0,-1 0 0,1-1 0,-1 1 0,-5 4 0,-12 14 0,-201 256 0,193-240 0,-10 12 0,20-30 0,1 2 0,1-1 0,0 2 0,-15 31 0,-5 5 0,13-25 0,13-20 0,0 1 0,2 0 0,-1 0 0,2 1 0,0 0 0,-7 24 0,14-39 0,1 1 0,-1-1 0,1 1 0,0-1 0,0 1 0,0-1 0,0 1 0,0 0 0,0-1 0,0 1 0,1-1 0,-1 1 0,1-1 0,-1 1 0,1-1 0,-1 1 0,1-1 0,0 1 0,0-1 0,-1 0 0,1 1 0,2 1 0,-1-1 0,1 0 0,-1-1 0,1 1 0,0 0 0,0-1 0,0 0 0,-1 1 0,1-1 0,0 0 0,6 1 0,8 0 0,0 0 0,0-1 0,25-2 0,-29 1 0,21-1 0,131 3 0,-141 0 0,-1 2 0,0 0 0,0 1 0,0 2 0,24 9 0,-7 2 0,-25-11 0,-1 0 0,1-2 0,0 1 0,0-2 0,1 0 0,-1-1 0,19 2 0,24-3 0,84-6 0,-139 4 0,0 0 0,0-1 0,0 0 0,1 1 0,-1-1 0,0 0 0,0-1 0,0 1 0,0 0 0,0-1 0,-1 0 0,1 1 0,0-1 0,-1 0 0,1-1 0,-1 1 0,0 0 0,0-1 0,2-2 0,-1 1 0,-1-1 0,0 0 0,0 0 0,0 0 0,0 0 0,-1 0 0,0 0 0,0 0 0,0 0 0,-1-10 0,-1-8 0,-2-1 0,0 1 0,-1 0 0,-9-27 0,11 42 0,-35-104 0,20 65 0,-10-51 0,20 74 0,0 1 0,-2 0 0,-19-38 0,-8-19 0,-31-145 0,65 216 0,-16-72-1365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0:49.02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265 0 24575,'-1'5'0,"-1"0"0,-1 0 0,1 0 0,-1 0 0,0 0 0,0-1 0,0 0 0,-1 1 0,1-1 0,-1 0 0,0-1 0,-6 5 0,-1 3 0,-52 65 0,46-56 0,0 0 0,1 2 0,1 0 0,1 0 0,1 1 0,1 1 0,-12 31 0,21-48 0,0-1 0,1 1 0,0 0 0,0 0 0,0 0 0,1 0 0,0 0 0,0 0 0,1 1 0,1 11 0,-1-16 0,1 0 0,-1-1 0,1 1 0,0 0 0,1 0 0,-1-1 0,0 1 0,1-1 0,-1 1 0,1-1 0,0 1 0,-1-1 0,1 0 0,1 0 0,-1 0 0,0 0 0,0 0 0,1-1 0,-1 1 0,1-1 0,-1 1 0,1-1 0,0 0 0,-1 0 0,1 0 0,0 0 0,0-1 0,4 1 0,10 0 0,0 0 0,-1-1 0,1-1 0,0-1 0,0 0 0,-1-2 0,1 0 0,-1 0 0,29-13 0,-22 8 0,0 2 0,0 1 0,0 0 0,29-2 0,33 7 0,-105-7 0,1-1 0,-34-21 0,22 6 40,2-1 0,-31-35 0,51 50-175,1 0 0,0-1 0,1 0 0,0-1 0,1 1 0,0-1 0,1 0 0,0-1 0,1 1 0,-3-16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44.2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5645 409 24575,'-670'0'0,"645"-1"0,1-2 0,-47-10 0,45 7 0,-1 1 0,-34-2 0,29 6 0,-31 0 0,-103-16 0,-6-6-486,70 11 265,-28 3-509,85 7 164,-83-13-1,-80-26 567,101 21-144,-135-7-1,188 20 29,-68-18 1,80 14 130,-1 2 0,-87-6 0,85 13-15,0-3 0,0-1 0,-80-23 0,72 19 0,0 1 0,-71-2 0,-22-3 0,34 6 232,83 8-52,-1-2 1,0-1 0,-42-10 0,21 3-56,0 2 1,0 3-1,-1 2 0,-101 6 1,34 0-73,-653-3 1357,740 2-1410,-1 1 0,-40 10 0,38-6 0,-59 3 0,91-10 0,-60 2 0,-105 15 0,151-13 0,0-1 0,0-1 0,-1 0 0,1-2 0,0 0 0,-1-1 0,1 0 0,0-1 0,0-2 0,0 1 0,1-2 0,-20-8 0,7 2-1365,3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44.6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1893 1 24575,'-16'2'0,"-1"0"0,0 1 0,1 1 0,-1 1 0,1 1 0,-20 9 0,-26 8 0,-64 19 0,66-20 0,-92 20 0,131-36 0,0 0 0,-35 16 0,-15 5 0,-129 20 0,119-21 0,58-17 0,0-2 0,-1-1 0,-26 4 0,-36 7 0,57-11 0,-57 6 0,50-8 0,-45 9 0,44-6 0,-42 3 0,32-5 0,1 2 0,-60 17 0,-49 8 0,170-32 0,-1 2 0,1 0 0,-1 0 0,0 1 0,19 7 0,-3 0 0,0 0 0,28 16 0,-12-1 0,-21-10 0,1-2 0,0 0 0,56 17 0,142 39-653,-124-36 80,126 26 0,-76-24 573,11 2 0,-18-10 10,122 17-70,-166-40-1207,-71-5-3808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46.3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5417 4645 24575,'-5'-2'0,"0"0"0,1 0 0,-1 0 0,0-1 0,1 1 0,-1-1 0,1-1 0,0 1 0,0 0 0,0-1 0,-4-4 0,-13-11 0,-13-2 0,-2 2 0,-54-23 0,-39-21 0,-71-43 0,151 82 0,-85-58 0,82 48 0,-180-125 0,62 41 0,43 23-223,81 58 43,-86-53 0,62 45 152,-107-89-1,133 98-137,-90-64-1345,60 46 1351,-71-66-1,-55-56 161,175 153 0,-314-307 0,108 102 1624,-5-12-610,192 197-1014,23 24 0,1-1 0,-29-37 0,27 29 0,-1 2 0,-1 0 0,-31-24 0,-34-36 0,33 28 0,25 27 0,-43-57 0,61 72 0,0 1 0,-29-26 0,-1 1 0,-14-15 0,36 37 0,-35-40 0,-70-78 0,69 78 0,49 49 0,-135-132 0,38 48 0,-137-138 0,122 119 0,-164-171 0,180 199 0,22 11 0,56 52 0,1-1 0,0-1 0,2-1 0,-39-52 0,27 37-35,23 27-1295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46.9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63 993 24575,'0'-604'0,"-3"566"0,0 0 0,-13-50 0,3 19 0,2 28 0,-4-18 0,15 57 0,-1 0 0,1-1 0,0 1 0,0 0 0,0-1 0,0 1 0,0-1 0,1 1 0,-1 0 0,1-1 0,0 1 0,-1 0 0,1 0 0,0 0 0,0-1 0,0 1 0,1 0 0,-1 0 0,3-2 0,-3 3 0,0 0 0,0 0 0,0 0 0,1 1 0,-1-1 0,0 1 0,0-1 0,1 1 0,-1-1 0,0 1 0,1 0 0,-1-1 0,0 1 0,1 0 0,-1 0 0,1 0 0,-1 0 0,0 0 0,1 0 0,-1 1 0,0-1 0,1 0 0,-1 1 0,2 0 0,34 19 0,-15-8 0,6 0 0,-12-4 0,1 0 0,1-2 0,-1 0 0,1-1 0,26 4 0,52 7 0,-63-9 0,1-2 0,35 2 0,64-9 0,68 4 0,-195-2-124,0 1 0,1 0 0,-1 0 0,0 1 0,0 0 0,0 0-1,-1 0 1,1 0 0,0 1 0,8 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48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437 8420 24575,'2'-1'0,"-1"1"0,1-1 0,-1 0 0,1 0 0,-1 1 0,0-1 0,1 0 0,-1 0 0,0 0 0,0 0 0,0 0 0,0-1 0,0 1 0,0 0 0,0 0 0,0-1 0,0 1 0,0-1 0,-1 1 0,1-1 0,-1 1 0,1-1 0,-1 1 0,1-1 0,-1 1 0,0-1 0,0-2 0,6-51 0,-5 49 0,1-358 0,-4 187 0,0 139 0,-2 0 0,-10-44 0,1 6 0,-2-1 0,8 43 0,-5-55 0,10 66 0,-2 0 0,-1 0 0,-1 0 0,-10-26 0,8 23 0,0 0 0,-7-44 0,-22-169-551,27 184 551,-32-98 0,15 60 0,13 43 0,3 16 0,2 0 0,2 0 0,1-1 0,-2-45 0,-8-83 0,8 107 0,0-59 0,-9-110-607,-1-5-15,20 99 622,1 59 0,-3 1 0,-16-118 0,7 125 0,0-82 0,5 50 0,-28-118-644,16 86 615,8 83 251,-2-61 1,9-647-892,3 356 330,0 353 339,12-69 0,2-18 0,-15-48-2,-3 106 51,3 1-1,13-91 1,28-166 1060,-36 276-1062,-2-82 1,-1 11-66,16 1 18,-8 61 0,2-9 80,-4 23 210,6-91-1,-14 85-472,2 0 0,12-59-1,-9 73 184,-2 0 0,-2-45 0,2-16 0,11 9 378,-9 67-216,-2 0 0,2-33 0,-3 17 14,11-51 0,-7 52 5,2-55-1,-9-138-1545,-1 204-5461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49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1 645 24575,'1'-12'0,"0"1"0,1 0 0,0-1 0,1 1 0,1 0 0,-1 0 0,2 0 0,-1 1 0,2-1 0,11-17 0,9-8 0,43-48 0,71-101 0,-108 139 0,-25 38 0,0 1 0,1-1 0,0 1 0,0 1 0,1-1 0,-1 2 0,2-1 0,14-7 0,28-17 0,-41 22 0,0 0 0,1 0 0,0 1 0,0 1 0,1 0 0,18-6 0,-27 12 0,-1-1 0,0 0 0,1 1 0,-1 0 0,0-1 0,1 1 0,-1 1 0,0-1 0,1 0 0,-1 1 0,0 0 0,0 0 0,1 0 0,-1 0 0,0 0 0,0 0 0,0 1 0,0 0 0,0-1 0,-1 1 0,1 0 0,-1 1 0,1-1 0,-1 0 0,1 1 0,-1-1 0,0 1 0,0 0 0,-1-1 0,1 1 0,0 0 0,1 5 0,22 46 0,29 93 0,-50-138 0,0 1 0,1-1 0,0 0 0,1 0 0,12 15 0,-10-14 0,-1 0 0,0 0 0,10 21 0,4 11 0,1 0 0,33 46 0,-21-37 0,-15-5-1365,-14-22-5461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52.3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5502 24575,'1'-6'0,"1"0"0,0 1 0,0-1 0,1 0 0,-1 1 0,1 0 0,6-9 0,-1 2 0,80-120 0,5-8 0,53-89 0,-124 195 0,-17 26 0,0-1 0,0 1 0,1 0 0,12-12 0,-3 3 0,0 0 0,-2 0 0,0-2 0,-1 0 0,-1 0 0,15-35 0,-21 46 0,0 0 0,0 0 0,1 0 0,0 1 0,14-12 0,15-21 0,198-246 45,-96 123-673,-115 136 628,29-35 0,67-66 0,-99 110-185,123-107-888,83-73 627,3-2-8,-214 189 453,655-532-1482,-440 346 903,328-217 1,-466 350 579,-48 33 0,73-41 0,104-53-347,-4 2 8,335-149 245,-125 48 1584,-392 206-1490,38-29 0,22-13 0,-21 15 454,-2-3 0,93-81 0,-157 123-247,256-250 2200,-248 241-2385,20-29 244,-27 33-163,0 0-1,0 1 1,17-15-1,-4 7-102,19-16 0,1 1 0,61-37 0,-74 53 0,-1-2 0,0 0 0,-2-2 0,33-34 0,-44 42 0,1 1 0,26-16 0,21-19 0,-26 17 31,1 3 0,2 1 0,44-23 0,1-1-1520,-64 37-5337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53.3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 24575,'0'-1'0,"0"0"0,0 1 0,0-1 0,1 0 0,-1 1 0,0-1 0,0 0 0,1 1 0,-1-1 0,0 0 0,1 1 0,-1-1 0,0 1 0,1-1 0,-1 1 0,1-1 0,-1 1 0,1-1 0,-1 1 0,1-1 0,-1 1 0,1-1 0,0 1 0,-1 0 0,1-1 0,0 1 0,-1 0 0,1 0 0,0-1 0,-1 1 0,1 0 0,0 0 0,-1 0 0,1 0 0,0 0 0,-1 0 0,1 0 0,0 0 0,0 0 0,-1 0 0,1 1 0,0-1 0,-1 0 0,1 0 0,0 1 0,-1-1 0,1 0 0,-1 1 0,1-1 0,0 1 0,0 0 0,39 21 0,-37-20 0,58 32 0,1-2 0,78 28 0,-94-41 0,-17-7 0,0-1 0,37 8 0,99 16 0,-90-20 0,-48-9 0,1-1 0,43 3 0,-34-9 0,-20 1 0,0 0 0,33 5 0,-46-5 0,1 1 0,0 1 0,-1-1 0,1 1 0,-1 0 0,1 0 0,-1 0 0,0 1 0,0-1 0,0 1 0,0 0 0,0 0 0,0 0 0,5 8 0,32 31 0,-33-34 0,0-1 0,-1 1 0,0 0 0,0 1 0,0-1 0,5 11 0,-11-15 0,0-1 0,1 0 0,-1 1 0,-1-1 0,1 1 0,0-1 0,-1 1 0,0 0 0,0-1 0,0 1 0,0-1 0,0 1 0,-1-1 0,1 1 0,-1-1 0,0 1 0,0-1 0,-1 1 0,1-1 0,-1 0 0,0 0 0,1 0 0,-4 3 0,-28 42 0,-55 58 0,-28 31-1365,100-119-5461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54.9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0 281 24575,'1'-3'0,"0"1"0,0 0 0,0 0 0,1 0 0,-1 0 0,0 0 0,1 0 0,-1 0 0,1 1 0,0-1 0,0 1 0,0-1 0,0 1 0,0-1 0,0 1 0,0 0 0,3-1 0,40-19 0,-22 15 0,0 1 0,0 1 0,0 1 0,34 0 0,39-5 0,29-6-243,0 6 1,158 9-1,-98 2 99,-28-5 144,180 5 0,-187 12-617,42 2-278,864-15-1167,-509-4 2056,459 2 6,-711-21-2068,-192 11 1727,20-2 104,240-13-411,60 6 648,-43-15 0,-241 22 3156,217 9 1,-169 6-1724,-184-3-1433,39 1 0,0-2 0,1-2 0,74-15 0,-98 14 0,27-9 0,1 3 0,0 2 0,80-5 0,11 16 0,126-5 0,-237-3-1365,-5-2-5461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1:55.5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24575,'9'0'0,"0"1"0,0 0 0,0 0 0,0 1 0,0 0 0,-1 1 0,1 0 0,-1 0 0,0 1 0,0 0 0,0 1 0,0-1 0,-1 2 0,12 9 0,5 2 0,110 55 0,-100-48 0,2-3 0,64 30 0,-83-42 0,0 1 0,0 0 0,-1 1 0,16 16 0,42 27 0,-6-17 0,-2 4 0,-2 2 0,97 86 0,-160-128 0,1 1 0,0-1 0,-1 1 0,0 0 0,1-1 0,-1 1 0,0 0 0,0 0 0,0 0 0,0 0 0,0 0 0,0 0 0,-1 0 0,1 0 0,-1 0 0,1 0 0,-1 0 0,0 0 0,0 1 0,0-1 0,0 0 0,0 0 0,0 0 0,0 0 0,-1 1 0,1-1 0,-1 0 0,0 0 0,0 0 0,0 0 0,0 0 0,0 0 0,0-1 0,0 1 0,0 0 0,-1 0 0,1-1 0,-4 4 0,-7 5 0,0 0 0,0 0 0,-1-1 0,-22 11 0,11-6 0,-5 3 0,-1-2 0,-1-2 0,-34 11 0,30-12 0,1 2 0,-43 23 0,46-21 0,-1-1 0,0-2 0,-45 12 0,33-12 0,-47 22 0,-3 0 0,76-30 0,1 1 0,-1 0 0,1 2 0,0 0 0,0 0 0,1 2 0,-27 21 0,31-21-1365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3:09.3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90 607 24575,'0'-17'0,"0"-16"0,1 1 0,6-42 0,-4 63 0,-1-1 0,2 1 0,-1 0 0,1 0 0,1 1 0,0-1 0,1 1 0,0 0 0,0 1 0,9-11 0,18-16 0,2 1 0,2 2 0,1 2 0,1 1 0,2 2 0,0 1 0,2 3 0,71-30 0,-101 49 0,0 0 0,1 1 0,-1 0 0,1 1 0,0 1 0,0 0 0,0 1 0,0 1 0,1 0 0,-1 1 0,0 0 0,0 1 0,13 4 0,-23-4 0,-1 0 0,0 0 0,0 0 0,0 0 0,-1 0 0,1 1 0,0-1 0,-1 1 0,0 0 0,1 0 0,-1 0 0,0 0 0,-1 0 0,1 0 0,-1 1 0,1-1 0,-1 0 0,0 1 0,0-1 0,0 1 0,-1 0 0,1 4 0,1 12 0,-1-1 0,-4 39 0,2-33 0,0-11 0,0 0 0,-1-1 0,-1 0 0,0 1 0,-1-1 0,0 0 0,-1-1 0,0 1 0,-1-1 0,-1 0 0,0 0 0,0-1 0,-1 0 0,-1 0 0,-15 15 0,12-11 0,0 0 0,0 0 0,2 1 0,-13 25 0,13-23 0,-1 0 0,0 0 0,-23 26 0,-87 100 0,102-123 0,-1-1 0,0-2 0,-1 0 0,-1-1 0,-28 16 0,32-20 0,-18 12 0,-71 45 0,95-63 0,1-1 0,-1-1 0,0 0 0,-1-1 0,1 0 0,-1-1 0,-17 3 0,28-6 0,1 1 0,-1-1 0,0 1 0,1-1 0,-1 0 0,1 0 0,-1 0 0,0 0 0,1 0 0,-1 0 0,0-1 0,1 1 0,-1 0 0,1-1 0,-1 0 0,1 1 0,-1-1 0,1 0 0,-1 1 0,1-1 0,0 0 0,-1 0 0,1 0 0,0 0 0,0 0 0,0-1 0,0 1 0,0 0 0,0-1 0,0 1 0,0 0 0,0-1 0,0 1 0,1-1 0,-1 1 0,1-1 0,-1 1 0,1-1 0,0 0 0,0 1 0,-1-1 0,1 1 0,0-1 0,0 0 0,0 1 0,1-1 0,-1 0 0,0 1 0,1-1 0,-1 1 0,2-3 0,1-6 0,0 1 0,0-1 0,1 1 0,1 0 0,0 0 0,0 1 0,8-11 0,19-17 0,41-35 0,-23 23 0,-44 43 0,1-1 0,0 1 0,0 1 0,0 0 0,1 0 0,-1 0 0,1 1 0,0 0 0,0 0 0,0 1 0,1 0 0,-1 1 0,0 0 0,1 0 0,-1 0 0,1 1 0,13 2 0,-11-1 0,-1 0 0,1 1 0,0 1 0,-1-1 0,1 2 0,-1-1 0,0 2 0,0-1 0,-1 1 0,1 1 0,-1-1 0,0 2 0,9 8 0,18 19 0,-19-20 0,-1 1 0,0 1 0,-1 0 0,-1 1 0,-1 1 0,-1 0 0,18 33 0,-14-16 0,2-2 0,1 0 0,2-1 0,0-1 0,3-1 0,44 44 0,-67-72 4,1 0 0,-1-1 0,1 1 0,-1 0 0,1-1-1,0 0 1,0 1 0,0-1 0,0 0 0,0 0 0,0 0 0,0 0-1,0 0 1,0 0 0,1-1 0,-1 1 0,0-1 0,0 0 0,1 1 0,-1-1-1,0 0 1,0 0 0,1 0 0,-1-1 0,0 1 0,0-1 0,1 1-1,-1-1 1,0 0 0,2-1 0,-1 0-91,0-1-1,0 1 1,0-1 0,0 0-1,-1 0 1,0-1 0,1 1-1,-1 0 1,0-1-1,-1 1 1,1-1 0,-1 0-1,1 1 1,-1-1 0,0 0-1,0-7 1,3-17-6739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3:09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 0 24575,'0'800'0,"-2"-774"-138,-1-1-1,-1 0 1,-1-1 0,-16 48-1,13-47 9,1 1-1,0 0 0,2 0 1,-2 37-1,4-32 223,-10 54 0,7-54 81,-4 55-1,10-53-211,1-17 146,-1 1 0,-1-1 0,0 1 0,-2-1 0,1 1-1,-2-1 1,-11 31 0,11-45-114,2-9-1208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3:10.3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270 0 24575,'0'46'0,"2"-17"0,-2 0 0,0 0 0,-3 0 0,0 0 0,-2-1 0,-1 1 0,-11 34 0,10-48 0,1 4 0,-1-1 0,-1-1 0,0 0 0,-2 0 0,0 0 0,-1-1 0,-15 17 0,5-7 0,0 0 0,-26 48 0,15-23 0,31-51 0,1 1 0,0 0 0,0-1 0,-1 1 0,1-1 0,-1 1 0,1 0 0,0-1 0,-1 1 0,1-1 0,-1 1 0,1-1 0,-1 1 0,1-1 0,-1 0 0,0 1 0,1-1 0,-1 1 0,0-1 0,1 0 0,-1 0 0,0 1 0,1-1 0,-1 0 0,0 0 0,0 0 0,-6-14 0,6-29 0,1 38 0,1 0 0,-1 1 0,1-1 0,0 1 0,1 0 0,-1-1 0,1 1 0,-1 0 0,1 0 0,1 0 0,-1 0 0,1 0 0,-1 0 0,1 1 0,0 0 0,0-1 0,1 1 0,-1 0 0,1 0 0,-1 1 0,1-1 0,0 1 0,0-1 0,0 1 0,7-2 0,8-1 0,0 0 0,-1 1 0,1 2 0,38-2 0,30-5 0,140-31 0,-174 26 0,-29 7 0,-1 1 0,37-5 0,-57 11 0,0-1 0,0 1 0,0 0 0,0 1 0,0-1 0,0 1 0,0-1 0,0 1 0,0 0 0,0 0 0,0 0 0,0 0 0,0 1 0,-1-1 0,1 1 0,-1-1 0,1 1 0,-1 0 0,0 0 0,1 0 0,-1 1 0,0-1 0,0 0 0,-1 1 0,1-1 0,0 1 0,-1 0 0,2 4 0,2 7 0,0-1 0,-2 2 0,1-1 0,1 27 0,2 2 0,15 41 0,-12-53 0,-2 1 0,-1 0 0,5 65 0,-11-74 0,0-11 0,-1 1 0,0-1 0,-1 1 0,0-1 0,-4 17 0,4-26 0,0 0 0,0 0 0,0 0 0,-1 0 0,1 0 0,-1-1 0,0 1 0,1 0 0,-1-1 0,-1 1 0,1-1 0,0 0 0,-1 0 0,1 0 0,-1 0 0,1 0 0,-1 0 0,0 0 0,0-1 0,0 0 0,0 1 0,0-1 0,0-1 0,0 1 0,-5 1 0,1-1-136,0-1-1,-1 0 1,1 0-1,0 0 1,0-1-1,-1 0 1,1 0-1,0-1 0,-11-4 1,-5-3-6690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3:10.7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690 0 24575,'-1'1'0,"-1"-1"0,1 1 0,0-1 0,0 1 0,-1-1 0,1 1 0,0 0 0,0-1 0,0 1 0,0 0 0,0 0 0,0 0 0,0 0 0,0 0 0,0 0 0,0 0 0,1 0 0,-1 0 0,-1 2 0,-14 31 0,10-20 0,-88 130 0,31-50 0,60-90 0,0 1 0,0-1 0,-1 0 0,1 0 0,-1 0 0,0 0 0,0 0 0,0-1 0,-1 0 0,1 0 0,-1 0 0,-5 3 0,-2-2 0,0 0 0,0-1 0,-1 0 0,-13 0 0,-44 10 0,38-6 0,-1-2 0,-36 1 0,-84-6 0,973 1 0,-388-3 0,-411 3 32,0 2-1,0 0 1,23 6-1,27 5-1522,-46-11-5335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3:11.1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24575,'670'0'0,"-649"0"0,-1 2 0,1 1 0,26 6 0,-38-7 0,0 0 0,-1 1 0,1 0 0,-1 0 0,1 1 0,-1 0 0,0 1 0,0 0 0,13 11 0,-17-11 0,-1 0 0,1 0 0,-1 0 0,0 1 0,-1-1 0,1 1 0,-1 0 0,0 0 0,0 0 0,-1 0 0,0 0 0,0 0 0,0 10 0,0 14 0,-4 46 0,0-32 0,4 61 0,-5 59 0,-11-83 0,10-60 0,0 0 0,-1 24 0,3-19-273,-2-1 0,0 0 0,-2-1 0,-18 45 0,16-43-6553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5.6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2 641 24575,'-1'-12'0,"1"-1"0,0 1 0,1 0 0,0 0 0,1-1 0,1 1 0,0 0 0,0 1 0,1-1 0,1 0 0,0 1 0,0 0 0,1 0 0,0 1 0,1 0 0,1 0 0,8-9 0,39-36 0,71-54 0,-90 83 0,1 1 0,71-34 0,87-26 0,-190 83 0,14-5 0,0 2 0,0 0 0,1 2 0,0 0 0,30-1 0,-23 2 0,0-1 0,28-6 0,-4 0 0,1 2 0,0 2 0,0 3 0,62 5 0,-20-2 0,-60 3 0,-1 0 0,1 2 0,-1 2 0,0 1 0,-1 1 0,0 2 0,0 1 0,38 22 0,-63-31 0,0 1 0,0-1 0,0 1 0,0 1 0,-1-1 0,0 1 0,0 0 0,0 0 0,-1 1 0,0-1 0,0 1 0,-1 0 0,0 1 0,0-1 0,-1 1 0,0 0 0,0 0 0,0 0 0,-1 0 0,-1 0 0,1 0 0,-1 1 0,-1-1 0,0 1 0,0-1 0,0 0 0,-1 1 0,0-1 0,-1 0 0,0 0 0,0 0 0,-1 0 0,-3 8 0,-2 0 0,-1 0 0,0 0 0,-1-1 0,-1-1 0,0 0 0,-1 0 0,-1-1 0,0-1 0,0 0 0,-18 11 0,-13 6 0,-2-2 0,-52 22 0,0 0 0,58-26 0,-25 13 0,20-20 0,0-2 0,0-2 0,-2-1 0,1-3 0,-88 4 0,105-10 0,0 1 0,-30 8 0,30-5 0,-58 4 0,70-9 0,10 0 0,0-1 0,1 1 0,-1-2 0,1 1 0,-1-1 0,0 0 0,1 0 0,-10-3 0,15 3 0,1 1 0,-1-1 0,0 1 0,1-1 0,-1 1 0,1-1 0,-1 0 0,1 1 0,-1-1 0,1 0 0,-1 1 0,1-1 0,0 0 0,-1 0 0,1 1 0,0-1 0,0 0 0,-1 0 0,1 1 0,0-1 0,0 0 0,0 0 0,0 0 0,0 0 0,0 1 0,0-1 0,1 0 0,-1 0 0,0 0 0,0 1 0,1-1 0,-1 0 0,0 0 0,1 1 0,-1-1 0,1 0 0,-1 1 0,0-1 0,1 0 0,0 1 0,-1-1 0,1 1 0,-1-1 0,2 0 0,30-32 0,-28 30 0,31-25 0,1 2 0,1 2 0,1 1 0,1 1 0,63-23 0,-70 32 0,1 1 0,1 3 0,0 0 0,0 2 0,0 2 0,1 1 0,62 1 0,-19 3 0,79 3 0,-148-2 0,0 1 0,0 0 0,-1 1 0,1 0 0,-1 0 0,0 1 0,0 0 0,0 0 0,0 1 0,-1 0 0,1 0 0,-1 1 0,11 11 0,7 10 0,0 2 0,21 34 0,6 6 0,53 68 0,6 9 0,-18-12 0,-43-68-1365,-36-49-5461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5.9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 24575,'0'655'0,"2"-613"-140,14 74 1,-9-72 2,4 71 0,-13 683-626,1-764 1017,-3-1-1,-8 41 1,5-38 24,-4 58-1,10-56-277,4 290 0,-2-324-105,-1 0 0,1-1 0,-1 1 0,1-1 0,0 1 0,1-1 0,-1 0 0,0 1 0,1-1 0,0 0 0,0 0 0,3 4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6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 0 24575,'2'85'0,"-5"96"0,-2-148 0,-1-1 0,-2-1 0,-1 1 0,-16 33 0,3-3 0,22-61 0,-1 0 0,0 0 0,1 0 0,0 0 0,-1 0 0,1 0 0,0 0 0,-1 0 0,1 0 0,0 0 0,0 0 0,0 1 0,0-1 0,0 0 0,0 0 0,0 0 0,0 0 0,1 0 0,-1 0 0,0 0 0,1 0 0,-1 0 0,1 1 0,0-1 0,0-1 0,0 0 0,0 0 0,0 1 0,0-1 0,0 0 0,0 0 0,0 0 0,-1 0 0,1-1 0,0 1 0,0 0 0,0 0 0,0 0 0,0-1 0,0 1 0,0 0 0,-1-1 0,1 1 0,1-2 0,50-34 0,-50 34 0,24-20 0,0 2 0,1 0 0,1 2 0,1 1 0,46-21 0,89-37 0,-134 66 0,0 2 0,1 0 0,0 3 0,-1 0 0,1 2 0,1 1 0,52 5 0,-77-3 0,-1 0 0,0 1 0,0 0 0,0 0 0,0 0 0,-1 0 0,1 1 0,-1 0 0,1 0 0,-1 0 0,0 1 0,0 0 0,0 0 0,-1 0 0,1 1 0,-1-1 0,0 1 0,-1 0 0,1 0 0,-1 0 0,4 8 0,5 12 0,-2 1 0,0 0 0,9 45 0,-3-12 0,-10-38 0,-2 0 0,-1 1 0,2 37 0,-4-35 0,2 0 0,8 40 0,16 66 0,-20-85 0,25 81 0,-31-123 0,0 0 0,0 1 0,0-1 0,0 0 0,-1 0 0,1 1 0,-1-1 0,0 1 0,0-1 0,0 0 0,0 1 0,-1-1 0,0 0 0,0 5 0,0-6 0,0-1 0,0 1 0,0-1 0,0 0 0,-1 1 0,1-1 0,0 0 0,-1 0 0,1 1 0,0-1 0,-1 0 0,1 0 0,-1-1 0,0 1 0,1 0 0,-1 0 0,0-1 0,1 1 0,-1-1 0,0 0 0,0 1 0,0-1 0,1 0 0,-1 0 0,0 0 0,0 0 0,1 0 0,-5-1 0,-55-11-1365,31 6-5461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6.8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866 1 24575,'-8'1'0,"1"1"0,-1-1 0,1 1 0,0 1 0,-1-1 0,1 1 0,1 1 0,-1-1 0,0 1 0,1 1 0,0-1 0,0 1 0,0 0 0,-6 6 0,-27 20 0,-24 22 0,48-40 0,0 0 0,-25 18 0,17-16 0,-1-1 0,0-2 0,0 0 0,-1-1 0,-1-2 0,0 0 0,0-2 0,-1-1 0,0-1 0,0-1 0,-51 0 0,-121-7-1365,170 2-5461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7.0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24575,'1637'0'0,"-1609"1"0,0 2 0,53 13 0,-15-2 0,-40-8-1365,-5 2-5461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7.4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24575,'1037'0'0,"-1030"0"0,-1 0 0,0 0 0,0 1 0,0-1 0,1 1 0,-1 1 0,0-1 0,0 1 0,0 0 0,-1 0 0,1 1 0,0 0 0,-1 0 0,0 0 0,7 5 0,-8-3 0,-1-1 0,1 1 0,0 0 0,-1 0 0,0 0 0,-1 0 0,1 1 0,-1-1 0,0 1 0,0 0 0,0 0 0,-1-1 0,0 1 0,0 0 0,-1 0 0,0 6 0,-2 233 0,-2-82 0,5 258-1365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06:54:19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403 1 24575,'-1'0'0,"-1"1"0,0 0 0,0-1 0,1 1 0,-1 0 0,1 0 0,-1 0 0,0 0 0,1 0 0,0 1 0,-1-1 0,1 0 0,0 1 0,0-1 0,-1 1 0,1-1 0,0 1 0,0 2 0,-21 37 0,17-31 0,-3 4 0,0-1 0,-1 1 0,0-2 0,-2 1 0,1-1 0,-23 19 0,-82 54 0,31-25 0,43-35-1365,21-17-5461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F524BC-E86A-739C-319A-2503CDF24B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AD2847-22F1-EB85-5E38-7824EF523D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282FC4-086A-DAD7-8344-15A1B608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F05AB9-EC45-5570-7D29-BD3148789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270B51-4D3D-2E5D-6794-0DEE1050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756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3349B-A057-C31D-51C5-CFECB4FE0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E7675-2D4E-D7EB-D3E5-376C289F2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20C596-FA15-137D-C284-328BCA684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9FDAF7-6DDD-0076-F4E0-916B85010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9699C9-C5F1-905E-3960-FA7D3662F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569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F61BBC-8E5E-EF71-5678-73C662B5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4CA041-25F5-45B8-2A05-A89B286ED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53DD8-EE34-627C-2D53-7F2208DD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0158AC-785D-2413-27E0-8C589DBA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769F72-34B2-8833-E3AC-E86C34A9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298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113C4-B2E5-FD39-4BC8-5787B72B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C2507F-D2DB-75C4-35A1-55133E3918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56F6502-A54B-432E-7FC3-A46C3F3AE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CAB079-D175-EC3A-B99D-76D0B75B9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6A4028-CE41-610F-945D-48159F849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BFE633-3CC2-5A91-7502-A039F28E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98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875A88-5D41-5731-D064-CE3B58DC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DDDBCF-727F-51F7-C4EC-35618E553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B35BE1-BB9B-793E-701A-447C07C1A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255B664-64FB-6630-024B-9FEDB2C2A0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22036D-FEE0-D667-BCB2-1818D5AFC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523F22-9297-B31C-7604-093B2533C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1A38FFD-CC97-565B-47F9-890B052B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E0EC4F-93B3-EC9D-9B01-5B91A320D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8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24300-90AC-D29A-903F-788B1C175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BE4F6B-7601-ECFE-4DFC-2B860EBE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E59AFD-D1F7-472A-7684-DF1CE7409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856F759-5CCC-BEA3-7BC4-A665A34DD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27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1467C56-5200-E010-CB2E-689E1A890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A46CBF3-69C4-A2EB-5295-F6B3115F4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37C61F-A405-327A-0D86-511A4E1CD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898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5BA5D-24C5-5189-3B8D-1C861058B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8D7C79-0DFA-B4B6-B9A5-5FF51583B7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4C54EC-9FE9-62E4-F1E6-68977FA1E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E1A08E-2AAA-F57F-8482-6E92B835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82FDD0-F011-53B0-78AA-1C4E6A13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AF41F4-64F2-D987-D141-A5AD8B02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5946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AA8D1-402C-16FA-3951-0DBA4D37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EBC1693-48C1-CDA7-CC3B-0D4DA5A88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202F9B-1B66-89E1-1864-4740F0A8C7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9029B-C498-09B5-2D75-3C3BB33A1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5DF9C8-FF0B-0FFA-ED17-BDA85172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C5D0F6-E04B-CC9A-84CF-51BD644EE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89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F4D98-E797-5CF9-526B-05701615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7A607C3-47EF-ABF8-A276-D027FA372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61E8D-71C2-44DB-E4BE-2E4246943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C01465-EEF3-FF96-646E-3ADC98F1B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4DDAA5-6DBE-1E21-525C-2F702453E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24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96F62FC-B078-904E-9052-E4F1105151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C5FA3A-4EF2-4E8F-2BE9-C4A43B96EC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D69DEE-6037-C3DF-7433-CBACB2EE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E4DAD8-487C-476F-1474-3DC8F2798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929F8F-8075-1A61-39F6-7FB29A29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903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D9F3F5-5ADF-EF3C-0F94-D79CFD78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45B843-84B9-D749-FD9D-7C2739118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D473AE-2337-8AC8-59E0-5FDA0C0B2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A2C0E7-ECDE-44F3-A286-914D27F74AA7}" type="datetimeFigureOut">
              <a:rPr lang="ko-KR" altLang="en-US" smtClean="0"/>
              <a:t>2025-11-05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8F1CEC-BC0A-9554-9058-29445FEF07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90A530-9476-0430-DB03-3D541949C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88A5B-C9CA-4B1A-8E5A-2CA4AAF4E9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150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21" Type="http://schemas.openxmlformats.org/officeDocument/2006/relationships/customXml" Target="../ink/ink7.xml"/><Relationship Id="rId7" Type="http://schemas.openxmlformats.org/officeDocument/2006/relationships/customXml" Target="../ink/ink3.xml"/><Relationship Id="rId12" Type="http://schemas.openxmlformats.org/officeDocument/2006/relationships/image" Target="../media/image60.png"/><Relationship Id="rId2" Type="http://schemas.openxmlformats.org/officeDocument/2006/relationships/image" Target="../media/image7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customXml" Target="../ink/ink5.xml"/><Relationship Id="rId24" Type="http://schemas.openxmlformats.org/officeDocument/2006/relationships/image" Target="../media/image12.png"/><Relationship Id="rId5" Type="http://schemas.openxmlformats.org/officeDocument/2006/relationships/customXml" Target="../ink/ink2.xml"/><Relationship Id="rId23" Type="http://schemas.openxmlformats.org/officeDocument/2006/relationships/customXml" Target="../ink/ink8.xml"/><Relationship Id="rId10" Type="http://schemas.openxmlformats.org/officeDocument/2006/relationships/image" Target="../media/image50.png"/><Relationship Id="rId4" Type="http://schemas.openxmlformats.org/officeDocument/2006/relationships/image" Target="../media/image210.png"/><Relationship Id="rId9" Type="http://schemas.openxmlformats.org/officeDocument/2006/relationships/customXml" Target="../ink/ink4.xml"/><Relationship Id="rId22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.xml"/><Relationship Id="rId5" Type="http://schemas.openxmlformats.org/officeDocument/2006/relationships/image" Target="../media/image14.png"/><Relationship Id="rId4" Type="http://schemas.openxmlformats.org/officeDocument/2006/relationships/customXml" Target="../ink/ink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9.png"/><Relationship Id="rId7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2.xml"/><Relationship Id="rId5" Type="http://schemas.openxmlformats.org/officeDocument/2006/relationships/image" Target="../media/image17.png"/><Relationship Id="rId4" Type="http://schemas.openxmlformats.org/officeDocument/2006/relationships/customXml" Target="../ink/ink11.xml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.xml"/><Relationship Id="rId13" Type="http://schemas.openxmlformats.org/officeDocument/2006/relationships/image" Target="../media/image25.png"/><Relationship Id="rId18" Type="http://schemas.openxmlformats.org/officeDocument/2006/relationships/customXml" Target="../ink/ink21.xml"/><Relationship Id="rId3" Type="http://schemas.openxmlformats.org/officeDocument/2006/relationships/image" Target="../media/image13.png"/><Relationship Id="rId21" Type="http://schemas.openxmlformats.org/officeDocument/2006/relationships/image" Target="../media/image29.png"/><Relationship Id="rId7" Type="http://schemas.openxmlformats.org/officeDocument/2006/relationships/image" Target="../media/image22.png"/><Relationship Id="rId12" Type="http://schemas.openxmlformats.org/officeDocument/2006/relationships/customXml" Target="../ink/ink18.xml"/><Relationship Id="rId17" Type="http://schemas.openxmlformats.org/officeDocument/2006/relationships/image" Target="../media/image27.png"/><Relationship Id="rId2" Type="http://schemas.openxmlformats.org/officeDocument/2006/relationships/image" Target="../media/image7.png"/><Relationship Id="rId16" Type="http://schemas.openxmlformats.org/officeDocument/2006/relationships/customXml" Target="../ink/ink20.xml"/><Relationship Id="rId20" Type="http://schemas.openxmlformats.org/officeDocument/2006/relationships/customXml" Target="../ink/ink2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6.png"/><Relationship Id="rId23" Type="http://schemas.openxmlformats.org/officeDocument/2006/relationships/image" Target="../media/image30.png"/><Relationship Id="rId10" Type="http://schemas.openxmlformats.org/officeDocument/2006/relationships/customXml" Target="../ink/ink17.xml"/><Relationship Id="rId19" Type="http://schemas.openxmlformats.org/officeDocument/2006/relationships/image" Target="../media/image28.png"/><Relationship Id="rId4" Type="http://schemas.openxmlformats.org/officeDocument/2006/relationships/customXml" Target="../ink/ink14.xml"/><Relationship Id="rId9" Type="http://schemas.openxmlformats.org/officeDocument/2006/relationships/image" Target="../media/image23.png"/><Relationship Id="rId14" Type="http://schemas.openxmlformats.org/officeDocument/2006/relationships/customXml" Target="../ink/ink19.xml"/><Relationship Id="rId22" Type="http://schemas.openxmlformats.org/officeDocument/2006/relationships/customXml" Target="../ink/ink23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36.png"/><Relationship Id="rId3" Type="http://schemas.openxmlformats.org/officeDocument/2006/relationships/image" Target="../media/image16.png"/><Relationship Id="rId7" Type="http://schemas.openxmlformats.org/officeDocument/2006/relationships/image" Target="../media/image33.png"/><Relationship Id="rId12" Type="http://schemas.openxmlformats.org/officeDocument/2006/relationships/customXml" Target="../ink/ink28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5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13" Type="http://schemas.openxmlformats.org/officeDocument/2006/relationships/image" Target="../media/image42.png"/><Relationship Id="rId3" Type="http://schemas.openxmlformats.org/officeDocument/2006/relationships/image" Target="../media/image20.png"/><Relationship Id="rId7" Type="http://schemas.openxmlformats.org/officeDocument/2006/relationships/image" Target="../media/image39.png"/><Relationship Id="rId12" Type="http://schemas.openxmlformats.org/officeDocument/2006/relationships/customXml" Target="../ink/ink33.xml"/><Relationship Id="rId17" Type="http://schemas.openxmlformats.org/officeDocument/2006/relationships/image" Target="../media/image44.png"/><Relationship Id="rId2" Type="http://schemas.openxmlformats.org/officeDocument/2006/relationships/image" Target="../media/image7.png"/><Relationship Id="rId16" Type="http://schemas.openxmlformats.org/officeDocument/2006/relationships/customXml" Target="../ink/ink3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0.xml"/><Relationship Id="rId11" Type="http://schemas.openxmlformats.org/officeDocument/2006/relationships/image" Target="../media/image41.png"/><Relationship Id="rId5" Type="http://schemas.openxmlformats.org/officeDocument/2006/relationships/image" Target="../media/image38.png"/><Relationship Id="rId15" Type="http://schemas.openxmlformats.org/officeDocument/2006/relationships/image" Target="../media/image43.png"/><Relationship Id="rId10" Type="http://schemas.openxmlformats.org/officeDocument/2006/relationships/customXml" Target="../ink/ink32.xml"/><Relationship Id="rId4" Type="http://schemas.openxmlformats.org/officeDocument/2006/relationships/customXml" Target="../ink/ink29.xml"/><Relationship Id="rId9" Type="http://schemas.openxmlformats.org/officeDocument/2006/relationships/image" Target="../media/image40.png"/><Relationship Id="rId14" Type="http://schemas.openxmlformats.org/officeDocument/2006/relationships/customXml" Target="../ink/ink3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89480-107B-8774-5039-3D1C070E39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버섯거기섯</a:t>
            </a:r>
            <a:r>
              <a:rPr lang="ko-KR" altLang="en-US" dirty="0"/>
              <a:t> 컨셉 기획서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ED486C-6090-B81C-175C-BC539796BD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454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9422C-A25A-537F-A413-79F40F821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2AC150D-D142-6707-0855-74C4E620A61C}"/>
              </a:ext>
            </a:extLst>
          </p:cNvPr>
          <p:cNvSpPr txBox="1"/>
          <p:nvPr/>
        </p:nvSpPr>
        <p:spPr>
          <a:xfrm>
            <a:off x="188183" y="239268"/>
            <a:ext cx="389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목차</a:t>
            </a:r>
            <a:endParaRPr lang="en-US" altLang="ko-KR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92F237-1749-2012-3DE6-C408052D2456}"/>
              </a:ext>
            </a:extLst>
          </p:cNvPr>
          <p:cNvSpPr txBox="1"/>
          <p:nvPr/>
        </p:nvSpPr>
        <p:spPr>
          <a:xfrm>
            <a:off x="188183" y="891396"/>
            <a:ext cx="3273087" cy="1141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어떤 게임인가</a:t>
            </a:r>
            <a:r>
              <a:rPr lang="en-US" altLang="ko-KR" sz="1400" dirty="0"/>
              <a:t>?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핵심 루프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레퍼런스 게임 의도 파악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게임 플레이 줄거리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F8CDC8-4F43-301B-5EE8-2638650BDCCD}"/>
              </a:ext>
            </a:extLst>
          </p:cNvPr>
          <p:cNvSpPr txBox="1"/>
          <p:nvPr/>
        </p:nvSpPr>
        <p:spPr>
          <a:xfrm>
            <a:off x="3824516" y="891396"/>
            <a:ext cx="2271484" cy="2218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구성 객체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캐릭터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아이템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경험치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선택지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무기</a:t>
            </a:r>
            <a:endParaRPr lang="en-US" altLang="ko-KR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54CD9-36BE-F354-915B-83F6355D6DCA}"/>
              </a:ext>
            </a:extLst>
          </p:cNvPr>
          <p:cNvSpPr txBox="1"/>
          <p:nvPr/>
        </p:nvSpPr>
        <p:spPr>
          <a:xfrm>
            <a:off x="3824516" y="3631078"/>
            <a:ext cx="3892062" cy="194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>
                <a:highlight>
                  <a:srgbClr val="FFFF00"/>
                </a:highlight>
              </a:rPr>
              <a:t>1. </a:t>
            </a:r>
            <a:r>
              <a:rPr lang="ko-KR" altLang="en-US" sz="1400" dirty="0">
                <a:highlight>
                  <a:srgbClr val="FFFF00"/>
                </a:highlight>
              </a:rPr>
              <a:t>캐릭터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>
              <a:lnSpc>
                <a:spcPct val="125000"/>
              </a:lnSpc>
            </a:pPr>
            <a:r>
              <a:rPr lang="ko-KR" altLang="en-US" sz="1400" dirty="0">
                <a:highlight>
                  <a:srgbClr val="FFFF00"/>
                </a:highlight>
              </a:rPr>
              <a:t>정의 </a:t>
            </a:r>
            <a:r>
              <a:rPr lang="en-US" altLang="ko-KR" sz="1400" dirty="0">
                <a:highlight>
                  <a:srgbClr val="FFFF00"/>
                </a:highlight>
              </a:rPr>
              <a:t>: </a:t>
            </a:r>
            <a:r>
              <a:rPr lang="ko-KR" altLang="en-US" sz="1400" dirty="0">
                <a:highlight>
                  <a:srgbClr val="FFFF00"/>
                </a:highlight>
              </a:rPr>
              <a:t>플레이어가 조작하는 캐릭터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>
              <a:lnSpc>
                <a:spcPct val="125000"/>
              </a:lnSpc>
            </a:pPr>
            <a:r>
              <a:rPr lang="ko-KR" altLang="en-US" sz="1400" dirty="0">
                <a:highlight>
                  <a:srgbClr val="FFFF00"/>
                </a:highlight>
              </a:rPr>
              <a:t>속성 </a:t>
            </a:r>
            <a:r>
              <a:rPr lang="en-US" altLang="ko-KR" sz="1400" dirty="0">
                <a:highlight>
                  <a:srgbClr val="FFFF00"/>
                </a:highlight>
              </a:rPr>
              <a:t>: </a:t>
            </a:r>
            <a:r>
              <a:rPr lang="ko-KR" altLang="en-US" sz="1400" dirty="0">
                <a:highlight>
                  <a:srgbClr val="FFFF00"/>
                </a:highlight>
              </a:rPr>
              <a:t>이동속도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체력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레벨</a:t>
            </a:r>
            <a:br>
              <a:rPr lang="en-US" altLang="ko-KR" sz="1400" dirty="0">
                <a:highlight>
                  <a:srgbClr val="FFFF00"/>
                </a:highlight>
              </a:rPr>
            </a:br>
            <a:r>
              <a:rPr lang="ko-KR" altLang="en-US" sz="1400" dirty="0">
                <a:highlight>
                  <a:srgbClr val="FFFF00"/>
                </a:highlight>
              </a:rPr>
              <a:t>기능</a:t>
            </a:r>
            <a:r>
              <a:rPr lang="en-US" altLang="ko-KR" sz="1400" dirty="0">
                <a:highlight>
                  <a:srgbClr val="FFFF00"/>
                </a:highlight>
              </a:rPr>
              <a:t> : 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>
                <a:highlight>
                  <a:srgbClr val="FFFF00"/>
                </a:highlight>
              </a:rPr>
              <a:t>이동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점프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>
                <a:highlight>
                  <a:srgbClr val="FFFF00"/>
                </a:highlight>
              </a:rPr>
              <a:t>충돌 처리</a:t>
            </a:r>
            <a:r>
              <a:rPr lang="en-US" altLang="ko-KR" sz="1400" dirty="0">
                <a:highlight>
                  <a:srgbClr val="FFFF00"/>
                </a:highlight>
              </a:rPr>
              <a:t> (</a:t>
            </a:r>
            <a:r>
              <a:rPr lang="ko-KR" altLang="en-US" sz="1400" dirty="0">
                <a:highlight>
                  <a:srgbClr val="FFFF00"/>
                </a:highlight>
              </a:rPr>
              <a:t>탄막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몬스터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경험치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아이템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>
                <a:highlight>
                  <a:srgbClr val="FFFF00"/>
                </a:highlight>
              </a:rPr>
              <a:t>사망 </a:t>
            </a:r>
            <a:r>
              <a:rPr lang="en-US" altLang="ko-KR" sz="1400" dirty="0">
                <a:highlight>
                  <a:srgbClr val="FFFF00"/>
                </a:highlight>
              </a:rPr>
              <a:t>(hp &lt; 0 )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9288F2-4736-50C6-4D7A-5A7952294BAE}"/>
              </a:ext>
            </a:extLst>
          </p:cNvPr>
          <p:cNvSpPr txBox="1"/>
          <p:nvPr/>
        </p:nvSpPr>
        <p:spPr>
          <a:xfrm>
            <a:off x="7716578" y="914446"/>
            <a:ext cx="3892062" cy="1141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파트 기획서를 </a:t>
            </a:r>
            <a:r>
              <a:rPr lang="ko-KR" altLang="en-US" sz="1400" dirty="0" err="1"/>
              <a:t>러프하게</a:t>
            </a:r>
            <a:r>
              <a:rPr lang="ko-KR" altLang="en-US" sz="1400" dirty="0"/>
              <a:t> 작성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목차</a:t>
            </a:r>
            <a:r>
              <a:rPr lang="en-US" altLang="ko-KR" sz="1400" dirty="0"/>
              <a:t>, </a:t>
            </a:r>
            <a:r>
              <a:rPr lang="ko-KR" altLang="en-US" sz="1400" dirty="0"/>
              <a:t>내용의 틀을 잡아보자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EE2C39-C017-0956-83CF-6A34EA966574}"/>
              </a:ext>
            </a:extLst>
          </p:cNvPr>
          <p:cNvSpPr txBox="1"/>
          <p:nvPr/>
        </p:nvSpPr>
        <p:spPr>
          <a:xfrm>
            <a:off x="188183" y="3631078"/>
            <a:ext cx="2948422" cy="1410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게임의 </a:t>
            </a:r>
            <a:r>
              <a:rPr lang="ko-KR" altLang="en-US" sz="1400" dirty="0" err="1"/>
              <a:t>즐길거리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탄막 피하기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몰려오는 몬스터 처치하기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아이템 </a:t>
            </a:r>
            <a:r>
              <a:rPr lang="ko-KR" altLang="en-US" sz="1400" dirty="0" err="1"/>
              <a:t>주워먹기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 err="1"/>
              <a:t>레벨업</a:t>
            </a:r>
            <a:r>
              <a:rPr lang="ko-KR" altLang="en-US" sz="1400" dirty="0"/>
              <a:t> 해서 무기 선택하기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23098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2E873-5AF1-C870-F5B1-263AA150D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4B506C-FF13-7DC1-C402-9A81F5BFD855}"/>
              </a:ext>
            </a:extLst>
          </p:cNvPr>
          <p:cNvSpPr txBox="1"/>
          <p:nvPr/>
        </p:nvSpPr>
        <p:spPr>
          <a:xfrm>
            <a:off x="188183" y="239268"/>
            <a:ext cx="389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레퍼런스 게임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D5F392-2B6B-E2D1-114F-25C465CC98EB}"/>
              </a:ext>
            </a:extLst>
          </p:cNvPr>
          <p:cNvSpPr txBox="1"/>
          <p:nvPr/>
        </p:nvSpPr>
        <p:spPr>
          <a:xfrm>
            <a:off x="188183" y="761376"/>
            <a:ext cx="2034022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뱀파이어 서바이벌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8CCB8-8B93-98AE-CA1B-D1EF1BB1E276}"/>
              </a:ext>
            </a:extLst>
          </p:cNvPr>
          <p:cNvSpPr txBox="1"/>
          <p:nvPr/>
        </p:nvSpPr>
        <p:spPr>
          <a:xfrm>
            <a:off x="188183" y="1341288"/>
            <a:ext cx="3448152" cy="1141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재미요소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사방에서 몰려오는 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무기 조합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352B0-0169-6A99-F562-51C47740D1F6}"/>
              </a:ext>
            </a:extLst>
          </p:cNvPr>
          <p:cNvSpPr txBox="1"/>
          <p:nvPr/>
        </p:nvSpPr>
        <p:spPr>
          <a:xfrm>
            <a:off x="241910" y="4614539"/>
            <a:ext cx="5999966" cy="2218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기획 의도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도망치는 재미를 주기위해 사방에서 몰려오는 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공격의 다양성을 추가해 플레이어가 지루하지 않도록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상자를 지속 생성하여 플레이어가 계속 움직이게 함 </a:t>
            </a:r>
            <a:r>
              <a:rPr lang="en-US" altLang="ko-KR" sz="1400" dirty="0"/>
              <a:t>(</a:t>
            </a:r>
            <a:r>
              <a:rPr lang="ko-KR" altLang="en-US" sz="1400" dirty="0"/>
              <a:t>지루함 방지</a:t>
            </a:r>
            <a:r>
              <a:rPr lang="en-US" altLang="ko-KR" sz="1400" dirty="0"/>
              <a:t>)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가끔 레벨업에 대박이 터져서 더 좋은 보상을 줌 </a:t>
            </a:r>
            <a:r>
              <a:rPr lang="en-US" altLang="ko-KR" sz="1400" dirty="0"/>
              <a:t>(</a:t>
            </a:r>
            <a:r>
              <a:rPr lang="ko-KR" altLang="en-US" sz="1400" dirty="0"/>
              <a:t>두근두근</a:t>
            </a:r>
            <a:r>
              <a:rPr lang="en-US" altLang="ko-KR" sz="1400" dirty="0"/>
              <a:t>)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경험치를 계속 </a:t>
            </a:r>
            <a:r>
              <a:rPr lang="ko-KR" altLang="en-US" sz="1400" dirty="0" err="1"/>
              <a:t>주우러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다녀야하게</a:t>
            </a:r>
            <a:r>
              <a:rPr lang="ko-KR" altLang="en-US" sz="1400" dirty="0"/>
              <a:t> 만듦</a:t>
            </a:r>
            <a:r>
              <a:rPr lang="en-US" altLang="ko-KR" sz="1400" dirty="0"/>
              <a:t>. </a:t>
            </a:r>
            <a:r>
              <a:rPr lang="ko-KR" altLang="en-US" sz="1400" dirty="0"/>
              <a:t>일방적으로 도망만 치게 하지 않음</a:t>
            </a:r>
            <a:r>
              <a:rPr lang="en-US" altLang="ko-KR" sz="1400" dirty="0"/>
              <a:t>. </a:t>
            </a:r>
            <a:r>
              <a:rPr lang="ko-KR" altLang="en-US" sz="1400" dirty="0"/>
              <a:t>몬스터에게 거리를 벌리는 것을 </a:t>
            </a:r>
            <a:r>
              <a:rPr lang="ko-KR" altLang="en-US" sz="1400" dirty="0" err="1"/>
              <a:t>제한시켜</a:t>
            </a:r>
            <a:r>
              <a:rPr lang="ko-KR" altLang="en-US" sz="1400" dirty="0"/>
              <a:t> 쫄깃한 상황 연출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EA86E8-E4AD-A460-D1D5-D5DEF57B281F}"/>
              </a:ext>
            </a:extLst>
          </p:cNvPr>
          <p:cNvSpPr txBox="1"/>
          <p:nvPr/>
        </p:nvSpPr>
        <p:spPr>
          <a:xfrm>
            <a:off x="6627628" y="755674"/>
            <a:ext cx="2034022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똥 피하기</a:t>
            </a:r>
            <a:endParaRPr lang="en-US" altLang="ko-KR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8295FD-C72E-29BA-C8BA-592DCB8EDD0D}"/>
              </a:ext>
            </a:extLst>
          </p:cNvPr>
          <p:cNvSpPr txBox="1"/>
          <p:nvPr/>
        </p:nvSpPr>
        <p:spPr>
          <a:xfrm>
            <a:off x="6627628" y="1341288"/>
            <a:ext cx="3448152" cy="872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재미요소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떨어지는 탄막을 회피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단순하게 </a:t>
            </a:r>
            <a:r>
              <a:rPr lang="ko-KR" altLang="en-US" sz="1400" dirty="0" err="1"/>
              <a:t>몰입시킴</a:t>
            </a:r>
            <a:endParaRPr lang="en-US" altLang="ko-KR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6BBBBA-9643-B30E-79E8-8CB1F0296BA5}"/>
              </a:ext>
            </a:extLst>
          </p:cNvPr>
          <p:cNvSpPr txBox="1"/>
          <p:nvPr/>
        </p:nvSpPr>
        <p:spPr>
          <a:xfrm>
            <a:off x="6571827" y="4644615"/>
            <a:ext cx="5376189" cy="1141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기획 의도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플레이어를 지속적으로 컨트롤하고 움직이게 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특수 탄막</a:t>
            </a:r>
            <a:r>
              <a:rPr lang="en-US" altLang="ko-KR" sz="1400" dirty="0"/>
              <a:t>(</a:t>
            </a:r>
            <a:r>
              <a:rPr lang="ko-KR" altLang="en-US" sz="1400" dirty="0"/>
              <a:t>벽</a:t>
            </a:r>
            <a:r>
              <a:rPr lang="en-US" altLang="ko-KR" sz="1400" dirty="0"/>
              <a:t>)</a:t>
            </a:r>
            <a:r>
              <a:rPr lang="ko-KR" altLang="en-US" sz="1400" dirty="0"/>
              <a:t>을 이용해 플레이어의 이동범위를 좁혀서 변수를 발생 시킴</a:t>
            </a:r>
            <a:endParaRPr lang="en-US" altLang="ko-KR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282BB39-DA81-D77B-2366-A1ED764AF1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08" y="2361973"/>
            <a:ext cx="3062611" cy="213405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16E1155-5885-41FB-C6BD-58C0334C7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6690" y="2361973"/>
            <a:ext cx="2374037" cy="2202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551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FFC61-2AD1-F97A-2339-BE547BCD3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492D232-4EF5-FE87-F3DD-0341A214F320}"/>
              </a:ext>
            </a:extLst>
          </p:cNvPr>
          <p:cNvSpPr txBox="1"/>
          <p:nvPr/>
        </p:nvSpPr>
        <p:spPr>
          <a:xfrm>
            <a:off x="188183" y="239268"/>
            <a:ext cx="389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레퍼런스 게임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6B6BF2-F8A5-BE8B-73F5-E8A3BC300854}"/>
              </a:ext>
            </a:extLst>
          </p:cNvPr>
          <p:cNvSpPr txBox="1"/>
          <p:nvPr/>
        </p:nvSpPr>
        <p:spPr>
          <a:xfrm>
            <a:off x="188183" y="796188"/>
            <a:ext cx="2034022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레이디 버그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993E7-4A82-69CE-4039-E3161465AF53}"/>
              </a:ext>
            </a:extLst>
          </p:cNvPr>
          <p:cNvSpPr txBox="1"/>
          <p:nvPr/>
        </p:nvSpPr>
        <p:spPr>
          <a:xfrm>
            <a:off x="188183" y="1463169"/>
            <a:ext cx="3724598" cy="872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재미요소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사방에서 몰려오는 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아이템을 먹어 다음 아이템 까지 도달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7471C0-D954-0CB1-4C20-1F8125FF6728}"/>
              </a:ext>
            </a:extLst>
          </p:cNvPr>
          <p:cNvSpPr txBox="1"/>
          <p:nvPr/>
        </p:nvSpPr>
        <p:spPr>
          <a:xfrm>
            <a:off x="188183" y="2703571"/>
            <a:ext cx="5223789" cy="1410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기획 의도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아이템의 지속시간이 끝나기 전 다음 아이템을 먹어야만 게임을 진행할 수 있음</a:t>
            </a:r>
            <a:r>
              <a:rPr lang="en-US" altLang="ko-KR" sz="1400" dirty="0"/>
              <a:t>. </a:t>
            </a:r>
            <a:r>
              <a:rPr lang="ko-KR" altLang="en-US" sz="1400" dirty="0"/>
              <a:t>플레이어의 전략적인 플레이 유도</a:t>
            </a:r>
            <a:r>
              <a:rPr lang="en-US" altLang="ko-KR" sz="1400" dirty="0"/>
              <a:t>. </a:t>
            </a:r>
            <a:r>
              <a:rPr lang="ko-KR" altLang="en-US" sz="1400" dirty="0"/>
              <a:t>모든 아이템을 한번에 먹으면 게임 오버가 </a:t>
            </a:r>
            <a:r>
              <a:rPr lang="ko-KR" altLang="en-US" sz="1400" dirty="0" err="1"/>
              <a:t>되어버림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6B935D-265F-2859-69E1-80F67754E3D2}"/>
              </a:ext>
            </a:extLst>
          </p:cNvPr>
          <p:cNvSpPr txBox="1"/>
          <p:nvPr/>
        </p:nvSpPr>
        <p:spPr>
          <a:xfrm>
            <a:off x="5770539" y="757815"/>
            <a:ext cx="5223789" cy="2218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/>
              <a:t>MVP? </a:t>
            </a:r>
            <a:r>
              <a:rPr lang="ko-KR" altLang="en-US" sz="1400" dirty="0"/>
              <a:t>설정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기본속도의 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나뭇잎 우산 아이템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검</a:t>
            </a:r>
            <a:r>
              <a:rPr lang="en-US" altLang="ko-KR" sz="1400" dirty="0"/>
              <a:t>? Or </a:t>
            </a:r>
            <a:r>
              <a:rPr lang="ko-KR" altLang="en-US" sz="1400" dirty="0"/>
              <a:t>활</a:t>
            </a:r>
            <a:r>
              <a:rPr lang="en-US" altLang="ko-KR" sz="1400" dirty="0"/>
              <a:t>? Or </a:t>
            </a:r>
            <a:r>
              <a:rPr lang="ko-KR" altLang="en-US" sz="1400" dirty="0"/>
              <a:t>표창</a:t>
            </a:r>
            <a:r>
              <a:rPr lang="en-US" altLang="ko-KR" sz="1400" dirty="0"/>
              <a:t>?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기본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이동과 점프</a:t>
            </a:r>
            <a:r>
              <a:rPr lang="en-US" altLang="ko-KR" sz="1400" dirty="0"/>
              <a:t>, HP</a:t>
            </a:r>
            <a:r>
              <a:rPr lang="ko-KR" altLang="en-US" sz="1400" dirty="0"/>
              <a:t>가 구현된 </a:t>
            </a:r>
            <a:r>
              <a:rPr lang="ko-KR" altLang="en-US" sz="1400" dirty="0" err="1"/>
              <a:t>플레이어블</a:t>
            </a:r>
            <a:r>
              <a:rPr lang="ko-KR" altLang="en-US" sz="1400" dirty="0"/>
              <a:t> 캐릭터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BB4E37-4AAC-A8E8-B2C2-851FE26AD0EF}"/>
              </a:ext>
            </a:extLst>
          </p:cNvPr>
          <p:cNvSpPr txBox="1"/>
          <p:nvPr/>
        </p:nvSpPr>
        <p:spPr>
          <a:xfrm>
            <a:off x="5770539" y="4316788"/>
            <a:ext cx="38920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프로토타입에 필요한 것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몬스터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아이템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무기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탄막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캐릭터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3405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DFC92-C171-AA61-9457-FAC43985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252C245-BD69-B0E3-3AAE-C02C0198413E}"/>
              </a:ext>
            </a:extLst>
          </p:cNvPr>
          <p:cNvSpPr txBox="1"/>
          <p:nvPr/>
        </p:nvSpPr>
        <p:spPr>
          <a:xfrm>
            <a:off x="188183" y="239268"/>
            <a:ext cx="3892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게임 진행</a:t>
            </a:r>
            <a:endParaRPr lang="en-US" altLang="ko-KR" sz="1400" dirty="0"/>
          </a:p>
          <a:p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4FF9A-CE67-DED4-6989-C9CA32441CE8}"/>
              </a:ext>
            </a:extLst>
          </p:cNvPr>
          <p:cNvSpPr txBox="1"/>
          <p:nvPr/>
        </p:nvSpPr>
        <p:spPr>
          <a:xfrm>
            <a:off x="188183" y="627090"/>
            <a:ext cx="7562952" cy="329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캐릭터를 추격하는 양옆의 몬스터가 옴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하늘에서 탄막이 떨어져서 피해야 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캐릭터는 가지고 있는 기본 무기로 양옆의 몬스터를 공격하여 처치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처치된 몬스터는 경험치를 드랍하고 가끔 아이템을 드랍 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먼저 경험치는 플레이어에게 </a:t>
            </a:r>
            <a:r>
              <a:rPr lang="ko-KR" altLang="en-US" sz="1400" dirty="0" err="1"/>
              <a:t>레벨업</a:t>
            </a:r>
            <a:r>
              <a:rPr lang="ko-KR" altLang="en-US" sz="1400" dirty="0"/>
              <a:t> 기회를 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 err="1"/>
              <a:t>레벨업</a:t>
            </a:r>
            <a:r>
              <a:rPr lang="ko-KR" altLang="en-US" sz="1400" dirty="0"/>
              <a:t> 시 선택지가 나오게 되어 무기를 강화하거나 새로운 무기를 추가하여 다양한 공격 방식을 가지게 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가끔 </a:t>
            </a:r>
            <a:r>
              <a:rPr lang="ko-KR" altLang="en-US" sz="1400" dirty="0" err="1"/>
              <a:t>드랍되는</a:t>
            </a:r>
            <a:r>
              <a:rPr lang="ko-KR" altLang="en-US" sz="1400" dirty="0"/>
              <a:t> 아이템은 탄막을 막아주는 역할을 하거나</a:t>
            </a:r>
            <a:r>
              <a:rPr lang="en-US" altLang="ko-KR" sz="1400" dirty="0"/>
              <a:t>, </a:t>
            </a:r>
            <a:r>
              <a:rPr lang="ko-KR" altLang="en-US" sz="1400" dirty="0"/>
              <a:t>양옆의 몬스터를 시원하게 처치함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총 </a:t>
            </a:r>
            <a:r>
              <a:rPr lang="en-US" altLang="ko-KR" sz="1400" dirty="0"/>
              <a:t>15</a:t>
            </a:r>
            <a:r>
              <a:rPr lang="ko-KR" altLang="en-US" sz="1400" dirty="0" err="1"/>
              <a:t>분동안</a:t>
            </a:r>
            <a:r>
              <a:rPr lang="ko-KR" altLang="en-US" sz="1400" dirty="0"/>
              <a:t> 진행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en-US" altLang="ko-KR" sz="1400" dirty="0"/>
              <a:t>5</a:t>
            </a:r>
            <a:r>
              <a:rPr lang="ko-KR" altLang="en-US" sz="1400" dirty="0"/>
              <a:t>분</a:t>
            </a:r>
            <a:r>
              <a:rPr lang="en-US" altLang="ko-KR" sz="1400" dirty="0"/>
              <a:t>, 10</a:t>
            </a:r>
            <a:r>
              <a:rPr lang="ko-KR" altLang="en-US" sz="1400" dirty="0"/>
              <a:t>분</a:t>
            </a:r>
            <a:r>
              <a:rPr lang="en-US" altLang="ko-KR" sz="1400" dirty="0"/>
              <a:t>, 15</a:t>
            </a:r>
            <a:r>
              <a:rPr lang="ko-KR" altLang="en-US" sz="1400" dirty="0"/>
              <a:t>분에 강력한 웨이브 등장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마지막 웨이브 클리어 시 스테이지 이동 가능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159748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0FC7B-5669-7EA6-1F9D-DED3FFD5A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2AFB4AF-1F57-BE0D-1E45-4D21A144E64B}"/>
              </a:ext>
            </a:extLst>
          </p:cNvPr>
          <p:cNvSpPr txBox="1"/>
          <p:nvPr/>
        </p:nvSpPr>
        <p:spPr>
          <a:xfrm>
            <a:off x="188183" y="239268"/>
            <a:ext cx="389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즐길거리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0E8105-C218-81D0-F141-732C86D7A102}"/>
              </a:ext>
            </a:extLst>
          </p:cNvPr>
          <p:cNvSpPr txBox="1"/>
          <p:nvPr/>
        </p:nvSpPr>
        <p:spPr>
          <a:xfrm>
            <a:off x="152538" y="717127"/>
            <a:ext cx="7562952" cy="1141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탄막 피하기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양 옆에서 몰려오는 몬스터 처치하기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아이템 </a:t>
            </a:r>
            <a:r>
              <a:rPr lang="ko-KR" altLang="en-US" sz="1400" dirty="0" err="1"/>
              <a:t>주워먹기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 err="1"/>
              <a:t>레벨업</a:t>
            </a:r>
            <a:r>
              <a:rPr lang="ko-KR" altLang="en-US" sz="1400" dirty="0"/>
              <a:t> 해서 무기 선택하기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54E78D-7193-1FCE-2507-214B1219F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83" y="2975101"/>
            <a:ext cx="2734146" cy="2471247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443CCFBA-00B7-E0FF-4FC9-C4E5034FDF7C}"/>
              </a:ext>
            </a:extLst>
          </p:cNvPr>
          <p:cNvGrpSpPr/>
          <p:nvPr/>
        </p:nvGrpSpPr>
        <p:grpSpPr>
          <a:xfrm>
            <a:off x="6644610" y="2942643"/>
            <a:ext cx="2752110" cy="2501360"/>
            <a:chOff x="3678438" y="2926355"/>
            <a:chExt cx="3079731" cy="269936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3176382-7FF6-3C53-7E68-F3C8DF27AF9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8438" y="2926355"/>
              <a:ext cx="3079731" cy="2699365"/>
            </a:xfrm>
            <a:prstGeom prst="rect">
              <a:avLst/>
            </a:prstGeom>
          </p:spPr>
        </p:pic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85D965D3-F771-D023-12CE-F8FEBBBF666E}"/>
                </a:ext>
              </a:extLst>
            </p:cNvPr>
            <p:cNvSpPr/>
            <p:nvPr/>
          </p:nvSpPr>
          <p:spPr>
            <a:xfrm>
              <a:off x="4328600" y="4254685"/>
              <a:ext cx="548199" cy="519289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3FFE1716-EDF4-63E9-4074-CF8096ACA2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6949" y="2972756"/>
            <a:ext cx="3244243" cy="247124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2C914C1-AA4C-2421-4D96-8FA8B02E30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0138" y="2447490"/>
            <a:ext cx="2333951" cy="311511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E1CADD-EF5B-29F3-8AB6-6533D7E4560C}"/>
              </a:ext>
            </a:extLst>
          </p:cNvPr>
          <p:cNvSpPr txBox="1"/>
          <p:nvPr/>
        </p:nvSpPr>
        <p:spPr>
          <a:xfrm>
            <a:off x="654028" y="2473978"/>
            <a:ext cx="2246337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/>
              <a:t>1. </a:t>
            </a:r>
            <a:r>
              <a:rPr lang="ko-KR" altLang="en-US" sz="1400" dirty="0"/>
              <a:t>탄막 피하기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3F2D03-C226-52E6-93A2-244DE5B96815}"/>
              </a:ext>
            </a:extLst>
          </p:cNvPr>
          <p:cNvSpPr txBox="1"/>
          <p:nvPr/>
        </p:nvSpPr>
        <p:spPr>
          <a:xfrm>
            <a:off x="3725901" y="2473977"/>
            <a:ext cx="2246337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/>
              <a:t>2.</a:t>
            </a:r>
            <a:r>
              <a:rPr lang="ko-KR" altLang="en-US" sz="1400" dirty="0"/>
              <a:t> 몰려오는 몬스터 처치</a:t>
            </a:r>
            <a:endParaRPr lang="en-US" altLang="ko-KR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111D3E-606D-10AC-01FB-541364CE1F62}"/>
              </a:ext>
            </a:extLst>
          </p:cNvPr>
          <p:cNvSpPr txBox="1"/>
          <p:nvPr/>
        </p:nvSpPr>
        <p:spPr>
          <a:xfrm>
            <a:off x="7150383" y="2473978"/>
            <a:ext cx="2246337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/>
              <a:t>3. </a:t>
            </a:r>
            <a:r>
              <a:rPr lang="ko-KR" altLang="en-US" sz="1400" dirty="0" err="1"/>
              <a:t>이이템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주워먹기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27BD1B-FA43-F93C-B479-44A77BF0CDA2}"/>
              </a:ext>
            </a:extLst>
          </p:cNvPr>
          <p:cNvSpPr txBox="1"/>
          <p:nvPr/>
        </p:nvSpPr>
        <p:spPr>
          <a:xfrm>
            <a:off x="9570138" y="1994201"/>
            <a:ext cx="2246337" cy="333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ko-KR" sz="1400" dirty="0"/>
              <a:t>4. </a:t>
            </a:r>
            <a:r>
              <a:rPr lang="ko-KR" altLang="en-US" sz="1400" dirty="0" err="1"/>
              <a:t>레벨업</a:t>
            </a:r>
            <a:r>
              <a:rPr lang="ko-KR" altLang="en-US" sz="1400" dirty="0"/>
              <a:t> 해서 무기 선택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92963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FEDA6-D93C-59DE-B9E1-F113C829B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C11655-6ADA-E370-23B6-F78B37896359}"/>
              </a:ext>
            </a:extLst>
          </p:cNvPr>
          <p:cNvSpPr txBox="1"/>
          <p:nvPr/>
        </p:nvSpPr>
        <p:spPr>
          <a:xfrm>
            <a:off x="188183" y="239268"/>
            <a:ext cx="3892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게임 진행</a:t>
            </a:r>
            <a:endParaRPr lang="en-US" altLang="ko-KR" sz="1400" dirty="0"/>
          </a:p>
          <a:p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514C12-EE74-4E1F-C419-FE0DEE04767A}"/>
              </a:ext>
            </a:extLst>
          </p:cNvPr>
          <p:cNvSpPr txBox="1"/>
          <p:nvPr/>
        </p:nvSpPr>
        <p:spPr>
          <a:xfrm>
            <a:off x="188183" y="627090"/>
            <a:ext cx="7562952" cy="329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캐릭터를 추격하는 양옆의 몬스터가 옴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하늘에서 탄막이 떨어져서 피해야 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캐릭터는 가지고 있는 기본 무기로 양옆의 몬스터를 공격하여 처치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처치된 몬스터는 경험치를 드랍하고 가끔 아이템을 드랍 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먼저 경험치는 플레이어에게 </a:t>
            </a:r>
            <a:r>
              <a:rPr lang="ko-KR" altLang="en-US" sz="1400" dirty="0" err="1"/>
              <a:t>레벨업</a:t>
            </a:r>
            <a:r>
              <a:rPr lang="ko-KR" altLang="en-US" sz="1400" dirty="0"/>
              <a:t> 기회를 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 err="1"/>
              <a:t>레벨업</a:t>
            </a:r>
            <a:r>
              <a:rPr lang="ko-KR" altLang="en-US" sz="1400" dirty="0"/>
              <a:t> 시 선택지가 나오게 되어 무기를 강화하거나 새로운 무기를 추가하여 다양한 공격 방식을 가지게 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가끔 </a:t>
            </a:r>
            <a:r>
              <a:rPr lang="ko-KR" altLang="en-US" sz="1400" dirty="0" err="1"/>
              <a:t>드랍되는</a:t>
            </a:r>
            <a:r>
              <a:rPr lang="ko-KR" altLang="en-US" sz="1400" dirty="0"/>
              <a:t> 아이템은 탄막을 막아주는 역할을 하거나</a:t>
            </a:r>
            <a:r>
              <a:rPr lang="en-US" altLang="ko-KR" sz="1400" dirty="0"/>
              <a:t>, </a:t>
            </a:r>
            <a:r>
              <a:rPr lang="ko-KR" altLang="en-US" sz="1400" dirty="0"/>
              <a:t>양옆의 몬스터를 시원하게 처치함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총 </a:t>
            </a:r>
            <a:r>
              <a:rPr lang="en-US" altLang="ko-KR" sz="1400" dirty="0"/>
              <a:t>15</a:t>
            </a:r>
            <a:r>
              <a:rPr lang="ko-KR" altLang="en-US" sz="1400" dirty="0" err="1"/>
              <a:t>분동안</a:t>
            </a:r>
            <a:r>
              <a:rPr lang="ko-KR" altLang="en-US" sz="1400" dirty="0"/>
              <a:t> 진행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en-US" altLang="ko-KR" sz="1400" dirty="0"/>
              <a:t>5</a:t>
            </a:r>
            <a:r>
              <a:rPr lang="ko-KR" altLang="en-US" sz="1400" dirty="0"/>
              <a:t>분</a:t>
            </a:r>
            <a:r>
              <a:rPr lang="en-US" altLang="ko-KR" sz="1400" dirty="0"/>
              <a:t>, 10</a:t>
            </a:r>
            <a:r>
              <a:rPr lang="ko-KR" altLang="en-US" sz="1400" dirty="0"/>
              <a:t>분</a:t>
            </a:r>
            <a:r>
              <a:rPr lang="en-US" altLang="ko-KR" sz="1400" dirty="0"/>
              <a:t>, 15</a:t>
            </a:r>
            <a:r>
              <a:rPr lang="ko-KR" altLang="en-US" sz="1400" dirty="0"/>
              <a:t>분에 강력한 웨이브 등장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마지막 웨이브 클리어 시 스테이지 이동 가능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7534847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1C3F5-4136-4606-89D7-101C0E21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7A43D1C-34CA-FA30-7627-3AEB16EB2816}"/>
              </a:ext>
            </a:extLst>
          </p:cNvPr>
          <p:cNvGrpSpPr/>
          <p:nvPr/>
        </p:nvGrpSpPr>
        <p:grpSpPr>
          <a:xfrm>
            <a:off x="257166" y="195140"/>
            <a:ext cx="11075068" cy="2008388"/>
            <a:chOff x="245877" y="2044005"/>
            <a:chExt cx="11075068" cy="2008388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3F0D04E-BB40-161F-1ED9-06DC61E6A23E}"/>
                </a:ext>
              </a:extLst>
            </p:cNvPr>
            <p:cNvSpPr txBox="1"/>
            <p:nvPr/>
          </p:nvSpPr>
          <p:spPr>
            <a:xfrm>
              <a:off x="245877" y="2044005"/>
              <a:ext cx="38920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핵심 루프</a:t>
              </a:r>
              <a:endParaRPr lang="en-US" altLang="ko-KR" sz="1400" dirty="0"/>
            </a:p>
            <a:p>
              <a:endParaRPr lang="en-US" altLang="ko-KR" sz="14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3AFCCD61-14F7-CD0B-62E9-61176B644118}"/>
                </a:ext>
              </a:extLst>
            </p:cNvPr>
            <p:cNvSpPr/>
            <p:nvPr/>
          </p:nvSpPr>
          <p:spPr>
            <a:xfrm>
              <a:off x="1223672" y="3429000"/>
              <a:ext cx="1821085" cy="6119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몬스터 처치</a:t>
              </a:r>
            </a:p>
          </p:txBody>
        </p:sp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85C75254-0872-0196-2B99-FB0EBA645AF3}"/>
                </a:ext>
              </a:extLst>
            </p:cNvPr>
            <p:cNvSpPr/>
            <p:nvPr/>
          </p:nvSpPr>
          <p:spPr>
            <a:xfrm>
              <a:off x="2629675" y="2371307"/>
              <a:ext cx="1821085" cy="6119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레벨 업</a:t>
              </a: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A4F9D52-3E53-D3C6-8D0B-5B3E84ECDBD7}"/>
                </a:ext>
              </a:extLst>
            </p:cNvPr>
            <p:cNvSpPr/>
            <p:nvPr/>
          </p:nvSpPr>
          <p:spPr>
            <a:xfrm>
              <a:off x="3961322" y="3429000"/>
              <a:ext cx="1821085" cy="6119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무기 강화</a:t>
              </a: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8C92B417-57AF-E615-2BBD-B7705D5040A5}"/>
                </a:ext>
              </a:extLst>
            </p:cNvPr>
            <p:cNvSpPr/>
            <p:nvPr/>
          </p:nvSpPr>
          <p:spPr>
            <a:xfrm>
              <a:off x="6730591" y="3440450"/>
              <a:ext cx="1821085" cy="6119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몬스터 처치</a:t>
              </a: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B1C1A9A1-03A1-73F2-DF8C-5054825B8187}"/>
                </a:ext>
              </a:extLst>
            </p:cNvPr>
            <p:cNvSpPr/>
            <p:nvPr/>
          </p:nvSpPr>
          <p:spPr>
            <a:xfrm>
              <a:off x="9499860" y="3440450"/>
              <a:ext cx="1821085" cy="6119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탄막 피하기</a:t>
              </a:r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ABD52EDE-15C7-46EE-EF3B-A38313945509}"/>
                </a:ext>
              </a:extLst>
            </p:cNvPr>
            <p:cNvSpPr/>
            <p:nvPr/>
          </p:nvSpPr>
          <p:spPr>
            <a:xfrm>
              <a:off x="8054063" y="2382758"/>
              <a:ext cx="1821085" cy="611943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아이템 드랍</a:t>
              </a:r>
              <a:br>
                <a:rPr lang="en-US" altLang="ko-KR" dirty="0"/>
              </a:br>
              <a:r>
                <a:rPr lang="ko-KR" altLang="en-US" dirty="0"/>
                <a:t>및 사용</a:t>
              </a:r>
            </a:p>
          </p:txBody>
        </p:sp>
      </p:grp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561CF6BE-C2E6-CA16-25DA-B2B566E1B218}"/>
              </a:ext>
            </a:extLst>
          </p:cNvPr>
          <p:cNvCxnSpPr/>
          <p:nvPr/>
        </p:nvCxnSpPr>
        <p:spPr>
          <a:xfrm flipV="1">
            <a:off x="2009422" y="1027289"/>
            <a:ext cx="485422" cy="4402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D0BF2C3-D06D-6E4E-CEAC-FF0CF363480A}"/>
              </a:ext>
            </a:extLst>
          </p:cNvPr>
          <p:cNvCxnSpPr>
            <a:cxnSpLocks/>
          </p:cNvCxnSpPr>
          <p:nvPr/>
        </p:nvCxnSpPr>
        <p:spPr>
          <a:xfrm>
            <a:off x="4517857" y="993079"/>
            <a:ext cx="414233" cy="474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99ED055-07B9-2419-6389-791497552F6B}"/>
              </a:ext>
            </a:extLst>
          </p:cNvPr>
          <p:cNvCxnSpPr>
            <a:cxnSpLocks/>
          </p:cNvCxnSpPr>
          <p:nvPr/>
        </p:nvCxnSpPr>
        <p:spPr>
          <a:xfrm flipH="1">
            <a:off x="3178168" y="1928749"/>
            <a:ext cx="6563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57F3F8B2-25A6-F7F0-0375-D4C81BA08F2B}"/>
              </a:ext>
            </a:extLst>
          </p:cNvPr>
          <p:cNvCxnSpPr/>
          <p:nvPr/>
        </p:nvCxnSpPr>
        <p:spPr>
          <a:xfrm flipV="1">
            <a:off x="7467026" y="1049867"/>
            <a:ext cx="485422" cy="4402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CE97F4C-16D4-D66F-9F73-70F8378044E9}"/>
              </a:ext>
            </a:extLst>
          </p:cNvPr>
          <p:cNvCxnSpPr>
            <a:cxnSpLocks/>
          </p:cNvCxnSpPr>
          <p:nvPr/>
        </p:nvCxnSpPr>
        <p:spPr>
          <a:xfrm>
            <a:off x="9975461" y="1015657"/>
            <a:ext cx="414233" cy="4744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0FF0EB7-86EF-B15C-FF73-E27C2904C0AC}"/>
              </a:ext>
            </a:extLst>
          </p:cNvPr>
          <p:cNvCxnSpPr>
            <a:cxnSpLocks/>
          </p:cNvCxnSpPr>
          <p:nvPr/>
        </p:nvCxnSpPr>
        <p:spPr>
          <a:xfrm flipH="1">
            <a:off x="8635772" y="1951327"/>
            <a:ext cx="65636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9942427-0F0E-23D2-CCEB-D6804B8A29FF}"/>
              </a:ext>
            </a:extLst>
          </p:cNvPr>
          <p:cNvSpPr txBox="1"/>
          <p:nvPr/>
        </p:nvSpPr>
        <p:spPr>
          <a:xfrm>
            <a:off x="248373" y="3053853"/>
            <a:ext cx="3748595" cy="3026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 err="1"/>
              <a:t>플랫포머</a:t>
            </a:r>
            <a:r>
              <a:rPr lang="ko-KR" altLang="en-US" sz="1400" dirty="0"/>
              <a:t> 환경 기획의도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뱀파이어 서바이벌에 시점 변화를 줘서 재미요소와 차별점을 가져가 보자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문제점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사방에서 몬스터가 몰려오는 </a:t>
            </a:r>
            <a:r>
              <a:rPr lang="ko-KR" altLang="en-US" sz="1400" dirty="0" err="1"/>
              <a:t>뱀서와</a:t>
            </a:r>
            <a:r>
              <a:rPr lang="ko-KR" altLang="en-US" sz="1400" dirty="0"/>
              <a:t> 다르게 몬스터가 양 옆으로만 몰려옴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플레이어가 항상 가둬진 상태가 됨</a:t>
            </a:r>
            <a:r>
              <a:rPr lang="en-US" altLang="ko-KR" sz="1400" dirty="0"/>
              <a:t>. </a:t>
            </a:r>
            <a:r>
              <a:rPr lang="ko-KR" altLang="en-US" sz="1400" dirty="0"/>
              <a:t>뱀서는 한 방향으로 쭉 도망가기가 어느정도 가능</a:t>
            </a:r>
            <a:r>
              <a:rPr lang="en-US" altLang="ko-KR" sz="1400" dirty="0"/>
              <a:t>. </a:t>
            </a:r>
            <a:r>
              <a:rPr lang="ko-KR" altLang="en-US" sz="1400" dirty="0"/>
              <a:t>플레이어가 답답함을 느낄 수 있음</a:t>
            </a:r>
            <a:endParaRPr lang="en-US" altLang="ko-KR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9BBE432-AC8E-513A-2A64-B706FA064E8C}"/>
              </a:ext>
            </a:extLst>
          </p:cNvPr>
          <p:cNvSpPr txBox="1"/>
          <p:nvPr/>
        </p:nvSpPr>
        <p:spPr>
          <a:xfrm>
            <a:off x="4206663" y="3053853"/>
            <a:ext cx="3596521" cy="2487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탄막 기획 의도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양옆에서만 몬스터가 몰려오니 긴장감이 덜 한 문제를 해결하기 위해 탄막 요소를 추가하여 피하는 재미를 함께 제공하자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문제점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탄막 요소가 심해지면 피로도가 올라감</a:t>
            </a:r>
            <a:endParaRPr lang="en-US" altLang="ko-KR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A3A185-4217-64EF-512D-D2B793DE1B95}"/>
              </a:ext>
            </a:extLst>
          </p:cNvPr>
          <p:cNvSpPr txBox="1"/>
          <p:nvPr/>
        </p:nvSpPr>
        <p:spPr>
          <a:xfrm>
            <a:off x="8012880" y="3053853"/>
            <a:ext cx="3596522" cy="329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아이템 기획 의도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플레이어에게 </a:t>
            </a:r>
            <a:r>
              <a:rPr lang="ko-KR" altLang="en-US" sz="1400" dirty="0" err="1"/>
              <a:t>탈출구로써의</a:t>
            </a:r>
            <a:r>
              <a:rPr lang="ko-KR" altLang="en-US" sz="1400" dirty="0"/>
              <a:t> 역할을 하게 끔</a:t>
            </a:r>
            <a:r>
              <a:rPr lang="en-US" altLang="ko-KR" sz="1400" dirty="0"/>
              <a:t> </a:t>
            </a:r>
            <a:r>
              <a:rPr lang="ko-KR" altLang="en-US" sz="1400" dirty="0"/>
              <a:t>설계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심한 탄막과 강력한 몬스터 요소를 넣기 위해 필요함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시원시원한 몬스터 처치에 의도가 있음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문제점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FontTx/>
              <a:buAutoNum type="arabicPeriod"/>
            </a:pPr>
            <a:r>
              <a:rPr lang="ko-KR" altLang="en-US" sz="1400" dirty="0"/>
              <a:t>난이도가 너무 쉬워지지 않게 적당한 아이템 드랍 환경을 제공 해야 한다</a:t>
            </a:r>
            <a:r>
              <a:rPr lang="en-US" altLang="ko-KR" sz="1400" dirty="0"/>
              <a:t>.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FA04DE-AE28-B28A-A72D-BA2737A9025B}"/>
              </a:ext>
            </a:extLst>
          </p:cNvPr>
          <p:cNvSpPr txBox="1"/>
          <p:nvPr/>
        </p:nvSpPr>
        <p:spPr>
          <a:xfrm>
            <a:off x="257166" y="2493019"/>
            <a:ext cx="38920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핵심 기획 의도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30085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6E9FD-720F-BD51-B190-3853CF040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5831C9E-64FB-D74C-5401-63B22582FB73}"/>
              </a:ext>
            </a:extLst>
          </p:cNvPr>
          <p:cNvSpPr txBox="1"/>
          <p:nvPr/>
        </p:nvSpPr>
        <p:spPr>
          <a:xfrm>
            <a:off x="339450" y="402466"/>
            <a:ext cx="3748595" cy="3026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 err="1"/>
              <a:t>플랫포머</a:t>
            </a:r>
            <a:r>
              <a:rPr lang="ko-KR" altLang="en-US" sz="1400" dirty="0"/>
              <a:t> 환경 기획의도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뱀파이어 서바이벌에 시점 변화를 줘서 재미요소와 차별점을 가져가 보자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문제점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사방에서 몬스터가 몰려오는 </a:t>
            </a:r>
            <a:r>
              <a:rPr lang="ko-KR" altLang="en-US" sz="1400" dirty="0" err="1"/>
              <a:t>뱀서와</a:t>
            </a:r>
            <a:r>
              <a:rPr lang="ko-KR" altLang="en-US" sz="1400" dirty="0"/>
              <a:t> 다르게 몬스터가 양 옆으로만 몰려옴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플레이어가 항상 가둬진 상태가 됨</a:t>
            </a:r>
            <a:r>
              <a:rPr lang="en-US" altLang="ko-KR" sz="1400" dirty="0"/>
              <a:t>. </a:t>
            </a:r>
            <a:r>
              <a:rPr lang="ko-KR" altLang="en-US" sz="1400" dirty="0"/>
              <a:t>뱀서는 한 방향으로 쭉 도망가기가 어느정도 가능</a:t>
            </a:r>
            <a:r>
              <a:rPr lang="en-US" altLang="ko-KR" sz="1400" dirty="0"/>
              <a:t>. </a:t>
            </a:r>
            <a:r>
              <a:rPr lang="ko-KR" altLang="en-US" sz="1400" dirty="0"/>
              <a:t>플레이어가 답답함을 느낄 수 있음</a:t>
            </a:r>
            <a:endParaRPr lang="en-US" altLang="ko-K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F079E3-3DA6-EE04-9881-C6D3762F1640}"/>
              </a:ext>
            </a:extLst>
          </p:cNvPr>
          <p:cNvSpPr txBox="1"/>
          <p:nvPr/>
        </p:nvSpPr>
        <p:spPr>
          <a:xfrm>
            <a:off x="4297740" y="402466"/>
            <a:ext cx="3596521" cy="24879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탄막 기획 의도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양옆에서만 몬스터가 몰려오니 긴장감이 덜 한 문제를 해결하기 위해 탄막 요소를 추가하여 피하는 재미를 함께 제공하자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문제점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탄막 요소가 심해지면 피로도가 올라감</a:t>
            </a:r>
            <a:endParaRPr lang="en-US" altLang="ko-K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0006B0-AA20-9867-873F-CE7C77D9291A}"/>
              </a:ext>
            </a:extLst>
          </p:cNvPr>
          <p:cNvSpPr txBox="1"/>
          <p:nvPr/>
        </p:nvSpPr>
        <p:spPr>
          <a:xfrm>
            <a:off x="8103957" y="402466"/>
            <a:ext cx="3596522" cy="3295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아이템 기획 의도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플레이어에게 </a:t>
            </a:r>
            <a:r>
              <a:rPr lang="ko-KR" altLang="en-US" sz="1400" dirty="0" err="1"/>
              <a:t>탈출구로써의</a:t>
            </a:r>
            <a:r>
              <a:rPr lang="ko-KR" altLang="en-US" sz="1400" dirty="0"/>
              <a:t> 역할을 하게 끔</a:t>
            </a:r>
            <a:r>
              <a:rPr lang="en-US" altLang="ko-KR" sz="1400" dirty="0"/>
              <a:t> </a:t>
            </a:r>
            <a:r>
              <a:rPr lang="ko-KR" altLang="en-US" sz="1400" dirty="0"/>
              <a:t>설계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심한 탄막과 강력한 몬스터 요소를 넣기 위해 필요함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시원시원한 몬스터 처치에 의도가 있음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문제점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FontTx/>
              <a:buAutoNum type="arabicPeriod"/>
            </a:pPr>
            <a:r>
              <a:rPr lang="ko-KR" altLang="en-US" sz="1400" dirty="0"/>
              <a:t>난이도가 너무 쉬워지지 않게 적당한 아이템 드랍 환경을 제공 해야 한다</a:t>
            </a:r>
            <a:r>
              <a:rPr lang="en-US" altLang="ko-KR" sz="1400" dirty="0"/>
              <a:t>.</a:t>
            </a:r>
          </a:p>
          <a:p>
            <a:pPr marL="342900" indent="-342900">
              <a:lnSpc>
                <a:spcPct val="125000"/>
              </a:lnSpc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509367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FC7F9-CADE-3914-3641-4A67E5546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8A336C2A-9FC9-3EF5-F674-9A0B79CE28AC}"/>
              </a:ext>
            </a:extLst>
          </p:cNvPr>
          <p:cNvGrpSpPr/>
          <p:nvPr/>
        </p:nvGrpSpPr>
        <p:grpSpPr>
          <a:xfrm>
            <a:off x="2273908" y="223754"/>
            <a:ext cx="7285315" cy="6410492"/>
            <a:chOff x="3199597" y="139448"/>
            <a:chExt cx="7285315" cy="6410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35E05D1-B75C-8FDE-A5F9-F955357F0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6373"/>
            <a:stretch>
              <a:fillRect/>
            </a:stretch>
          </p:blipFill>
          <p:spPr>
            <a:xfrm>
              <a:off x="3199597" y="139448"/>
              <a:ext cx="7285315" cy="6410492"/>
            </a:xfrm>
            <a:prstGeom prst="rect">
              <a:avLst/>
            </a:prstGeom>
          </p:spPr>
        </p:pic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F5DBFEE-BAAF-B1C4-0FDB-B524481BD70E}"/>
                </a:ext>
              </a:extLst>
            </p:cNvPr>
            <p:cNvGrpSpPr/>
            <p:nvPr/>
          </p:nvGrpSpPr>
          <p:grpSpPr>
            <a:xfrm>
              <a:off x="5124625" y="1828830"/>
              <a:ext cx="1078560" cy="1977840"/>
              <a:chOff x="5124625" y="1828830"/>
              <a:chExt cx="1078560" cy="19778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9" name="잉크 8">
                    <a:extLst>
                      <a:ext uri="{FF2B5EF4-FFF2-40B4-BE49-F238E27FC236}">
                        <a16:creationId xmlns:a16="http://schemas.microsoft.com/office/drawing/2014/main" id="{E0188E28-27F8-FFDE-34ED-452753D97804}"/>
                      </a:ext>
                    </a:extLst>
                  </p14:cNvPr>
                  <p14:cNvContentPartPr/>
                  <p14:nvPr/>
                </p14:nvContentPartPr>
                <p14:xfrm>
                  <a:off x="5435665" y="1828830"/>
                  <a:ext cx="767520" cy="766440"/>
                </p14:xfrm>
              </p:contentPart>
            </mc:Choice>
            <mc:Fallback xmlns="">
              <p:pic>
                <p:nvPicPr>
                  <p:cNvPr id="9" name="잉크 8">
                    <a:extLst>
                      <a:ext uri="{FF2B5EF4-FFF2-40B4-BE49-F238E27FC236}">
                        <a16:creationId xmlns:a16="http://schemas.microsoft.com/office/drawing/2014/main" id="{E0188E28-27F8-FFDE-34ED-452753D97804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399665" y="1793190"/>
                    <a:ext cx="839160" cy="838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10" name="잉크 9">
                    <a:extLst>
                      <a:ext uri="{FF2B5EF4-FFF2-40B4-BE49-F238E27FC236}">
                        <a16:creationId xmlns:a16="http://schemas.microsoft.com/office/drawing/2014/main" id="{6C9EC403-D0D0-8CC0-7DB7-5C195E82DE6C}"/>
                      </a:ext>
                    </a:extLst>
                  </p14:cNvPr>
                  <p14:cNvContentPartPr/>
                  <p14:nvPr/>
                </p14:nvContentPartPr>
                <p14:xfrm>
                  <a:off x="5371225" y="2254710"/>
                  <a:ext cx="28800" cy="1551600"/>
                </p14:xfrm>
              </p:contentPart>
            </mc:Choice>
            <mc:Fallback xmlns="">
              <p:pic>
                <p:nvPicPr>
                  <p:cNvPr id="10" name="잉크 9">
                    <a:extLst>
                      <a:ext uri="{FF2B5EF4-FFF2-40B4-BE49-F238E27FC236}">
                        <a16:creationId xmlns:a16="http://schemas.microsoft.com/office/drawing/2014/main" id="{6C9EC403-D0D0-8CC0-7DB7-5C195E82DE6C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5335585" y="2218710"/>
                    <a:ext cx="100440" cy="1623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11" name="잉크 10">
                    <a:extLst>
                      <a:ext uri="{FF2B5EF4-FFF2-40B4-BE49-F238E27FC236}">
                        <a16:creationId xmlns:a16="http://schemas.microsoft.com/office/drawing/2014/main" id="{9713E98D-9D28-6E59-D564-D5D1B3E4D743}"/>
                      </a:ext>
                    </a:extLst>
                  </p14:cNvPr>
                  <p14:cNvContentPartPr/>
                  <p14:nvPr/>
                </p14:nvContentPartPr>
                <p14:xfrm>
                  <a:off x="5124625" y="3446670"/>
                  <a:ext cx="528120" cy="360000"/>
                </p14:xfrm>
              </p:contentPart>
            </mc:Choice>
            <mc:Fallback xmlns="">
              <p:pic>
                <p:nvPicPr>
                  <p:cNvPr id="11" name="잉크 10">
                    <a:extLst>
                      <a:ext uri="{FF2B5EF4-FFF2-40B4-BE49-F238E27FC236}">
                        <a16:creationId xmlns:a16="http://schemas.microsoft.com/office/drawing/2014/main" id="{9713E98D-9D28-6E59-D564-D5D1B3E4D743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088625" y="3410670"/>
                    <a:ext cx="599760" cy="43164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C17783ED-C093-A7CA-924C-9232DEEFAFD3}"/>
                </a:ext>
              </a:extLst>
            </p:cNvPr>
            <p:cNvGrpSpPr/>
            <p:nvPr/>
          </p:nvGrpSpPr>
          <p:grpSpPr>
            <a:xfrm>
              <a:off x="7867465" y="4433790"/>
              <a:ext cx="1089000" cy="458280"/>
              <a:chOff x="7867465" y="4433790"/>
              <a:chExt cx="1089000" cy="458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13" name="잉크 12">
                    <a:extLst>
                      <a:ext uri="{FF2B5EF4-FFF2-40B4-BE49-F238E27FC236}">
                        <a16:creationId xmlns:a16="http://schemas.microsoft.com/office/drawing/2014/main" id="{9FBF85F6-21AD-38E0-F2DD-474C7815D10D}"/>
                      </a:ext>
                    </a:extLst>
                  </p14:cNvPr>
                  <p14:cNvContentPartPr/>
                  <p14:nvPr/>
                </p14:nvContentPartPr>
                <p14:xfrm>
                  <a:off x="7975465" y="4571670"/>
                  <a:ext cx="981000" cy="30600"/>
                </p14:xfrm>
              </p:contentPart>
            </mc:Choice>
            <mc:Fallback xmlns="">
              <p:pic>
                <p:nvPicPr>
                  <p:cNvPr id="13" name="잉크 12">
                    <a:extLst>
                      <a:ext uri="{FF2B5EF4-FFF2-40B4-BE49-F238E27FC236}">
                        <a16:creationId xmlns:a16="http://schemas.microsoft.com/office/drawing/2014/main" id="{9FBF85F6-21AD-38E0-F2DD-474C7815D10D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939825" y="4535670"/>
                    <a:ext cx="1052640" cy="10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14" name="잉크 13">
                    <a:extLst>
                      <a:ext uri="{FF2B5EF4-FFF2-40B4-BE49-F238E27FC236}">
                        <a16:creationId xmlns:a16="http://schemas.microsoft.com/office/drawing/2014/main" id="{167D2418-A27A-3FF0-18C4-0A066F7FC952}"/>
                      </a:ext>
                    </a:extLst>
                  </p14:cNvPr>
                  <p14:cNvContentPartPr/>
                  <p14:nvPr/>
                </p14:nvContentPartPr>
                <p14:xfrm>
                  <a:off x="7867465" y="4433790"/>
                  <a:ext cx="315720" cy="458280"/>
                </p14:xfrm>
              </p:contentPart>
            </mc:Choice>
            <mc:Fallback xmlns="">
              <p:pic>
                <p:nvPicPr>
                  <p:cNvPr id="14" name="잉크 13">
                    <a:extLst>
                      <a:ext uri="{FF2B5EF4-FFF2-40B4-BE49-F238E27FC236}">
                        <a16:creationId xmlns:a16="http://schemas.microsoft.com/office/drawing/2014/main" id="{167D2418-A27A-3FF0-18C4-0A066F7FC952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7831825" y="4398150"/>
                    <a:ext cx="387360" cy="529920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8888CB2-B6A1-2E1E-F7C8-F20997BD9F38}"/>
                </a:ext>
              </a:extLst>
            </p:cNvPr>
            <p:cNvSpPr txBox="1"/>
            <p:nvPr/>
          </p:nvSpPr>
          <p:spPr>
            <a:xfrm>
              <a:off x="6268414" y="1736612"/>
              <a:ext cx="1914771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투사체가 </a:t>
              </a:r>
              <a:r>
                <a:rPr lang="ko-KR" altLang="en-US" sz="1400" dirty="0" err="1"/>
                <a:t>여러개</a:t>
              </a:r>
              <a:r>
                <a:rPr lang="ko-KR" altLang="en-US" sz="1400" dirty="0"/>
                <a:t> 하늘에서 떨어짐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98D2A8-C230-33CC-DF8D-9695197E52AE}"/>
                </a:ext>
              </a:extLst>
            </p:cNvPr>
            <p:cNvSpPr txBox="1"/>
            <p:nvPr/>
          </p:nvSpPr>
          <p:spPr>
            <a:xfrm>
              <a:off x="8240899" y="4630460"/>
              <a:ext cx="1914771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400" dirty="0"/>
                <a:t>양옆에서 버섯이 몰려옴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310E4F7-577A-126A-C089-9B99B3661F4F}"/>
                </a:ext>
              </a:extLst>
            </p:cNvPr>
            <p:cNvGrpSpPr/>
            <p:nvPr/>
          </p:nvGrpSpPr>
          <p:grpSpPr>
            <a:xfrm>
              <a:off x="6448055" y="4235646"/>
              <a:ext cx="723240" cy="841680"/>
              <a:chOff x="6448055" y="4235646"/>
              <a:chExt cx="723240" cy="841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2" name="잉크 1">
                    <a:extLst>
                      <a:ext uri="{FF2B5EF4-FFF2-40B4-BE49-F238E27FC236}">
                        <a16:creationId xmlns:a16="http://schemas.microsoft.com/office/drawing/2014/main" id="{762912F3-49DA-B1CD-9331-9F1FE66C83F9}"/>
                      </a:ext>
                    </a:extLst>
                  </p14:cNvPr>
                  <p14:cNvContentPartPr/>
                  <p14:nvPr/>
                </p14:nvContentPartPr>
                <p14:xfrm>
                  <a:off x="6448055" y="4235646"/>
                  <a:ext cx="723240" cy="841680"/>
                </p14:xfrm>
              </p:contentPart>
            </mc:Choice>
            <mc:Fallback xmlns="">
              <p:pic>
                <p:nvPicPr>
                  <p:cNvPr id="2" name="잉크 1">
                    <a:extLst>
                      <a:ext uri="{FF2B5EF4-FFF2-40B4-BE49-F238E27FC236}">
                        <a16:creationId xmlns:a16="http://schemas.microsoft.com/office/drawing/2014/main" id="{762912F3-49DA-B1CD-9331-9F1FE66C83F9}"/>
                      </a:ext>
                    </a:extLst>
                  </p:cNvPr>
                  <p:cNvPicPr/>
                  <p:nvPr/>
                </p:nvPicPr>
                <p:blipFill>
                  <a:blip r:embed="rId20"/>
                  <a:stretch>
                    <a:fillRect/>
                  </a:stretch>
                </p:blipFill>
                <p:spPr>
                  <a:xfrm>
                    <a:off x="6412055" y="4199646"/>
                    <a:ext cx="794880" cy="913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1">
                <p14:nvContentPartPr>
                  <p14:cNvPr id="3" name="잉크 2">
                    <a:extLst>
                      <a:ext uri="{FF2B5EF4-FFF2-40B4-BE49-F238E27FC236}">
                        <a16:creationId xmlns:a16="http://schemas.microsoft.com/office/drawing/2014/main" id="{6E64EE14-7A68-31F2-3000-5FFCF8C94B53}"/>
                      </a:ext>
                    </a:extLst>
                  </p14:cNvPr>
                  <p14:cNvContentPartPr/>
                  <p14:nvPr/>
                </p14:nvContentPartPr>
                <p14:xfrm>
                  <a:off x="6640295" y="4473606"/>
                  <a:ext cx="342000" cy="242280"/>
                </p14:xfrm>
              </p:contentPart>
            </mc:Choice>
            <mc:Fallback xmlns="">
              <p:pic>
                <p:nvPicPr>
                  <p:cNvPr id="3" name="잉크 2">
                    <a:extLst>
                      <a:ext uri="{FF2B5EF4-FFF2-40B4-BE49-F238E27FC236}">
                        <a16:creationId xmlns:a16="http://schemas.microsoft.com/office/drawing/2014/main" id="{6E64EE14-7A68-31F2-3000-5FFCF8C94B53}"/>
                      </a:ext>
                    </a:extLst>
                  </p:cNvPr>
                  <p:cNvPicPr/>
                  <p:nvPr/>
                </p:nvPicPr>
                <p:blipFill>
                  <a:blip r:embed="rId22"/>
                  <a:stretch>
                    <a:fillRect/>
                  </a:stretch>
                </p:blipFill>
                <p:spPr>
                  <a:xfrm>
                    <a:off x="6604295" y="4437966"/>
                    <a:ext cx="413640" cy="313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3">
                <p14:nvContentPartPr>
                  <p14:cNvPr id="4" name="잉크 3">
                    <a:extLst>
                      <a:ext uri="{FF2B5EF4-FFF2-40B4-BE49-F238E27FC236}">
                        <a16:creationId xmlns:a16="http://schemas.microsoft.com/office/drawing/2014/main" id="{CFA27342-4C8C-80A4-7660-20134AB34B76}"/>
                      </a:ext>
                    </a:extLst>
                  </p14:cNvPr>
                  <p14:cNvContentPartPr/>
                  <p14:nvPr/>
                </p14:nvContentPartPr>
                <p14:xfrm>
                  <a:off x="6761615" y="4643886"/>
                  <a:ext cx="161280" cy="338760"/>
                </p14:xfrm>
              </p:contentPart>
            </mc:Choice>
            <mc:Fallback xmlns="">
              <p:pic>
                <p:nvPicPr>
                  <p:cNvPr id="4" name="잉크 3">
                    <a:extLst>
                      <a:ext uri="{FF2B5EF4-FFF2-40B4-BE49-F238E27FC236}">
                        <a16:creationId xmlns:a16="http://schemas.microsoft.com/office/drawing/2014/main" id="{CFA27342-4C8C-80A4-7660-20134AB34B76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6725615" y="4607886"/>
                    <a:ext cx="232920" cy="4104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4072888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42EC-E2AF-D847-D9DF-99B74B62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18AA0627-E533-0D77-0CC9-CD6CE6E66F73}"/>
              </a:ext>
            </a:extLst>
          </p:cNvPr>
          <p:cNvSpPr txBox="1"/>
          <p:nvPr/>
        </p:nvSpPr>
        <p:spPr>
          <a:xfrm>
            <a:off x="269940" y="218922"/>
            <a:ext cx="38920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프로토타입에 필요한 것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몬스터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아이템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무기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탄막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캐릭터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461B27-025F-0CF6-6D49-FDCACB4D0862}"/>
              </a:ext>
            </a:extLst>
          </p:cNvPr>
          <p:cNvSpPr txBox="1"/>
          <p:nvPr/>
        </p:nvSpPr>
        <p:spPr>
          <a:xfrm>
            <a:off x="269940" y="2169331"/>
            <a:ext cx="38920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몬스터에서 필요한 것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몬스터 리소스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Hp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이동속도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추적 기능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아이템 드랍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3</a:t>
            </a:r>
            <a:r>
              <a:rPr lang="ko-KR" altLang="en-US" sz="1400" dirty="0"/>
              <a:t>초마다 </a:t>
            </a:r>
            <a:r>
              <a:rPr lang="ko-KR" altLang="en-US" sz="1400" dirty="0" err="1"/>
              <a:t>한마리씩</a:t>
            </a:r>
            <a:r>
              <a:rPr lang="ko-KR" altLang="en-US" sz="1400" dirty="0"/>
              <a:t> 생성</a:t>
            </a: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15C9F1-32A5-1A03-F9D6-79287B3A7CEE}"/>
              </a:ext>
            </a:extLst>
          </p:cNvPr>
          <p:cNvSpPr txBox="1"/>
          <p:nvPr/>
        </p:nvSpPr>
        <p:spPr>
          <a:xfrm>
            <a:off x="2612087" y="2163196"/>
            <a:ext cx="38920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아이템에서 필요한 것 </a:t>
            </a:r>
            <a:r>
              <a:rPr lang="en-US" altLang="ko-KR" sz="1400" dirty="0"/>
              <a:t>(</a:t>
            </a:r>
            <a:r>
              <a:rPr lang="ko-KR" altLang="en-US" sz="1400" dirty="0"/>
              <a:t>우산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지속 시간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505E92D-6B02-683E-1103-06D8DE625B5D}"/>
              </a:ext>
            </a:extLst>
          </p:cNvPr>
          <p:cNvSpPr txBox="1"/>
          <p:nvPr/>
        </p:nvSpPr>
        <p:spPr>
          <a:xfrm>
            <a:off x="5386137" y="2163196"/>
            <a:ext cx="38920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무기에서 필요한 것 </a:t>
            </a:r>
            <a:r>
              <a:rPr lang="en-US" altLang="ko-KR" sz="1400" dirty="0"/>
              <a:t>(</a:t>
            </a:r>
            <a:r>
              <a:rPr lang="ko-KR" altLang="en-US" sz="1400" dirty="0"/>
              <a:t>근접 광역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공격 주기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66E0E14-8822-092A-544A-3BF3A4060FEF}"/>
              </a:ext>
            </a:extLst>
          </p:cNvPr>
          <p:cNvSpPr txBox="1"/>
          <p:nvPr/>
        </p:nvSpPr>
        <p:spPr>
          <a:xfrm>
            <a:off x="8299938" y="2163196"/>
            <a:ext cx="22023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탄막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CB271F-9D6D-F480-0D66-91AC06481E58}"/>
              </a:ext>
            </a:extLst>
          </p:cNvPr>
          <p:cNvSpPr txBox="1"/>
          <p:nvPr/>
        </p:nvSpPr>
        <p:spPr>
          <a:xfrm>
            <a:off x="269940" y="4908252"/>
            <a:ext cx="389206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캐릭터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Hp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이동속도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83923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FE847-8009-D549-4AC7-C3F1960C3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BE437AC-98FD-329E-A7E2-6F0E0F22D0E3}"/>
              </a:ext>
            </a:extLst>
          </p:cNvPr>
          <p:cNvSpPr txBox="1"/>
          <p:nvPr/>
        </p:nvSpPr>
        <p:spPr>
          <a:xfrm>
            <a:off x="269940" y="218922"/>
            <a:ext cx="38920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데모버젼에</a:t>
            </a:r>
            <a:r>
              <a:rPr lang="ko-KR" altLang="en-US" sz="1400" dirty="0"/>
              <a:t> 필요한 것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몬스터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아이템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무기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탄막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캐릭터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선택지</a:t>
            </a:r>
            <a:endParaRPr lang="en-US" altLang="ko-KR" sz="1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E00594-7A79-3A90-6BE1-66A1CF44E4A8}"/>
              </a:ext>
            </a:extLst>
          </p:cNvPr>
          <p:cNvSpPr txBox="1"/>
          <p:nvPr/>
        </p:nvSpPr>
        <p:spPr>
          <a:xfrm>
            <a:off x="269940" y="2561090"/>
            <a:ext cx="389206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몬스터에서 필요한 것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몬스터 리소스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Hp</a:t>
            </a:r>
          </a:p>
          <a:p>
            <a:pPr marL="342900" indent="-342900">
              <a:buAutoNum type="arabicPeriod"/>
            </a:pPr>
            <a:r>
              <a:rPr lang="ko-KR" altLang="en-US" sz="1400" dirty="0"/>
              <a:t>이동속도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추적 기능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아이템 드랍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3</a:t>
            </a:r>
            <a:r>
              <a:rPr lang="ko-KR" altLang="en-US" sz="1400" dirty="0"/>
              <a:t>초마다 </a:t>
            </a:r>
            <a:r>
              <a:rPr lang="ko-KR" altLang="en-US" sz="1400" dirty="0" err="1"/>
              <a:t>한마리씩</a:t>
            </a:r>
            <a:r>
              <a:rPr lang="ko-KR" altLang="en-US" sz="1400" dirty="0"/>
              <a:t> 생성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경험치 드랍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38672C-025A-A4DA-13F3-E43EFBC1D551}"/>
              </a:ext>
            </a:extLst>
          </p:cNvPr>
          <p:cNvSpPr txBox="1"/>
          <p:nvPr/>
        </p:nvSpPr>
        <p:spPr>
          <a:xfrm>
            <a:off x="2577071" y="2514922"/>
            <a:ext cx="389206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아이템에서 필요한 것 </a:t>
            </a:r>
            <a:r>
              <a:rPr lang="en-US" altLang="ko-KR" sz="1400" dirty="0"/>
              <a:t>(</a:t>
            </a:r>
            <a:r>
              <a:rPr lang="ko-KR" altLang="en-US" sz="1400" dirty="0"/>
              <a:t>우산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지속 시간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00BA56-266A-DAA6-219F-9810BBFF4B7D}"/>
              </a:ext>
            </a:extLst>
          </p:cNvPr>
          <p:cNvSpPr txBox="1"/>
          <p:nvPr/>
        </p:nvSpPr>
        <p:spPr>
          <a:xfrm>
            <a:off x="5389775" y="2549101"/>
            <a:ext cx="293971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무기에서 필요한 것 </a:t>
            </a:r>
            <a:r>
              <a:rPr lang="en-US" altLang="ko-KR" sz="1400" dirty="0"/>
              <a:t>(</a:t>
            </a:r>
            <a:r>
              <a:rPr lang="ko-KR" altLang="en-US" sz="1400" dirty="0"/>
              <a:t>근접 광역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공격 주기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B610D86-FFA1-C496-C2FA-49BBBB8DAD9E}"/>
              </a:ext>
            </a:extLst>
          </p:cNvPr>
          <p:cNvSpPr txBox="1"/>
          <p:nvPr/>
        </p:nvSpPr>
        <p:spPr>
          <a:xfrm>
            <a:off x="8596530" y="2561090"/>
            <a:ext cx="3033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탄막</a:t>
            </a:r>
            <a:endParaRPr lang="en-US" altLang="ko-KR" sz="1400" dirty="0"/>
          </a:p>
          <a:p>
            <a:endParaRPr lang="en-US" altLang="ko-KR" sz="1400" dirty="0"/>
          </a:p>
          <a:p>
            <a:pPr marL="342900" indent="-342900">
              <a:buAutoNum type="arabicPeriod"/>
            </a:pPr>
            <a:r>
              <a:rPr lang="ko-KR" altLang="en-US" sz="1400" dirty="0"/>
              <a:t>충돌 판정</a:t>
            </a:r>
            <a:endParaRPr lang="en-US" altLang="ko-KR" sz="1400" dirty="0"/>
          </a:p>
          <a:p>
            <a:pPr marL="342900" indent="-342900">
              <a:buAutoNum type="arabicPeriod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710363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8CB1-F825-1692-DEA3-1D317AB55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0C3D2C9-A7DF-D791-5B2A-754C7FD0D8D3}"/>
              </a:ext>
            </a:extLst>
          </p:cNvPr>
          <p:cNvGrpSpPr/>
          <p:nvPr/>
        </p:nvGrpSpPr>
        <p:grpSpPr>
          <a:xfrm>
            <a:off x="3044761" y="223754"/>
            <a:ext cx="8711693" cy="6410492"/>
            <a:chOff x="1294983" y="223754"/>
            <a:chExt cx="8711693" cy="6410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D896021A-FD01-EAAA-3740-D0B6879EC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4983" y="223754"/>
              <a:ext cx="8711693" cy="6410492"/>
            </a:xfrm>
            <a:prstGeom prst="rect">
              <a:avLst/>
            </a:prstGeom>
          </p:spPr>
        </p:pic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889FCA42-80AD-DDD4-6AD5-77B071F1F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166097">
              <a:off x="5708982" y="3789735"/>
              <a:ext cx="1215562" cy="1252120"/>
            </a:xfrm>
            <a:prstGeom prst="rect">
              <a:avLst/>
            </a:prstGeom>
          </p:spPr>
        </p:pic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34A38031-7C18-D35A-863A-C50312668EA8}"/>
                </a:ext>
              </a:extLst>
            </p:cNvPr>
            <p:cNvGrpSpPr/>
            <p:nvPr/>
          </p:nvGrpSpPr>
          <p:grpSpPr>
            <a:xfrm>
              <a:off x="6099575" y="3825246"/>
              <a:ext cx="3502080" cy="1300680"/>
              <a:chOff x="6099575" y="3825246"/>
              <a:chExt cx="3502080" cy="13006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25" name="잉크 24">
                    <a:extLst>
                      <a:ext uri="{FF2B5EF4-FFF2-40B4-BE49-F238E27FC236}">
                        <a16:creationId xmlns:a16="http://schemas.microsoft.com/office/drawing/2014/main" id="{4A220BDE-BABA-E48F-28DE-C31A82EDB7C5}"/>
                      </a:ext>
                    </a:extLst>
                  </p14:cNvPr>
                  <p14:cNvContentPartPr/>
                  <p14:nvPr/>
                </p14:nvContentPartPr>
                <p14:xfrm>
                  <a:off x="6099575" y="3920646"/>
                  <a:ext cx="3261240" cy="1205280"/>
                </p14:xfrm>
              </p:contentPart>
            </mc:Choice>
            <mc:Fallback xmlns="">
              <p:pic>
                <p:nvPicPr>
                  <p:cNvPr id="25" name="잉크 24">
                    <a:extLst>
                      <a:ext uri="{FF2B5EF4-FFF2-40B4-BE49-F238E27FC236}">
                        <a16:creationId xmlns:a16="http://schemas.microsoft.com/office/drawing/2014/main" id="{4A220BDE-BABA-E48F-28DE-C31A82EDB7C5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063935" y="3884646"/>
                    <a:ext cx="3332880" cy="1276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EFDEA2C3-110F-0B7B-CA8E-79E8635E19CD}"/>
                      </a:ext>
                    </a:extLst>
                  </p14:cNvPr>
                  <p14:cNvContentPartPr/>
                  <p14:nvPr/>
                </p14:nvContentPartPr>
                <p14:xfrm>
                  <a:off x="9174695" y="3825246"/>
                  <a:ext cx="426960" cy="29448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EFDEA2C3-110F-0B7B-CA8E-79E8635E19CD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9138695" y="3789606"/>
                    <a:ext cx="498600" cy="3661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AE9F813-762C-8F6C-08E1-DFB4F4247F29}"/>
              </a:ext>
            </a:extLst>
          </p:cNvPr>
          <p:cNvSpPr txBox="1"/>
          <p:nvPr/>
        </p:nvSpPr>
        <p:spPr>
          <a:xfrm>
            <a:off x="282222" y="223754"/>
            <a:ext cx="2607734" cy="39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800" dirty="0"/>
              <a:t>아이템</a:t>
            </a:r>
            <a:endParaRPr lang="en-US" altLang="ko-KR" sz="1800" dirty="0"/>
          </a:p>
          <a:p>
            <a:pPr>
              <a:lnSpc>
                <a:spcPct val="125000"/>
              </a:lnSpc>
            </a:pPr>
            <a:endParaRPr lang="en-US" altLang="ko-KR" sz="18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벌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행동</a:t>
            </a:r>
            <a:r>
              <a:rPr lang="en-US" altLang="ko-KR" sz="1400" dirty="0"/>
              <a:t>: 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플랫폼을 따라 지속적으로 앞으로 이동 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효과</a:t>
            </a:r>
            <a:r>
              <a:rPr lang="en-US" altLang="ko-KR" sz="1400" dirty="0"/>
              <a:t>: 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벌과 닿은 몬스터를 처치</a:t>
            </a:r>
            <a:r>
              <a:rPr lang="en-US" altLang="ko-KR" sz="1400" dirty="0"/>
              <a:t>,</a:t>
            </a:r>
            <a:r>
              <a:rPr lang="ko-KR" altLang="en-US" sz="1400" dirty="0"/>
              <a:t> 탄막을 방어</a:t>
            </a:r>
            <a:r>
              <a:rPr lang="en-US" altLang="ko-KR" sz="1400" dirty="0"/>
              <a:t>.</a:t>
            </a:r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특이사항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지속시간이 존재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947740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FA9DE-5AE9-0419-BA39-3136D9C1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BB4179DD-9A11-FFFB-4C6A-5DFEFED1259C}"/>
              </a:ext>
            </a:extLst>
          </p:cNvPr>
          <p:cNvGrpSpPr/>
          <p:nvPr/>
        </p:nvGrpSpPr>
        <p:grpSpPr>
          <a:xfrm>
            <a:off x="3044763" y="223754"/>
            <a:ext cx="8711693" cy="6410492"/>
            <a:chOff x="1294985" y="223754"/>
            <a:chExt cx="8711693" cy="6410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6F4276A3-B319-24A1-2132-3228E8AB4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94985" y="223754"/>
              <a:ext cx="8711693" cy="641049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369A45E-F02D-652A-1462-E2264750E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988" y="3146920"/>
              <a:ext cx="1090979" cy="1124291"/>
            </a:xfrm>
            <a:prstGeom prst="rect">
              <a:avLst/>
            </a:prstGeom>
          </p:spPr>
        </p:pic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622F011-181F-B15A-9676-E63EA3B664CE}"/>
                </a:ext>
              </a:extLst>
            </p:cNvPr>
            <p:cNvGrpSpPr/>
            <p:nvPr/>
          </p:nvGrpSpPr>
          <p:grpSpPr>
            <a:xfrm>
              <a:off x="4466975" y="398766"/>
              <a:ext cx="348480" cy="3403440"/>
              <a:chOff x="4466975" y="398766"/>
              <a:chExt cx="348480" cy="3403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5" name="잉크 4">
                    <a:extLst>
                      <a:ext uri="{FF2B5EF4-FFF2-40B4-BE49-F238E27FC236}">
                        <a16:creationId xmlns:a16="http://schemas.microsoft.com/office/drawing/2014/main" id="{F8A0D10B-1987-1B1B-2F25-F390156068A5}"/>
                      </a:ext>
                    </a:extLst>
                  </p14:cNvPr>
                  <p14:cNvContentPartPr/>
                  <p14:nvPr/>
                </p14:nvContentPartPr>
                <p14:xfrm>
                  <a:off x="4667495" y="439806"/>
                  <a:ext cx="146160" cy="3362400"/>
                </p14:xfrm>
              </p:contentPart>
            </mc:Choice>
            <mc:Fallback xmlns="">
              <p:pic>
                <p:nvPicPr>
                  <p:cNvPr id="5" name="잉크 4">
                    <a:extLst>
                      <a:ext uri="{FF2B5EF4-FFF2-40B4-BE49-F238E27FC236}">
                        <a16:creationId xmlns:a16="http://schemas.microsoft.com/office/drawing/2014/main" id="{F8A0D10B-1987-1B1B-2F25-F390156068A5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4631855" y="404166"/>
                    <a:ext cx="217800" cy="3434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6" name="잉크 5">
                    <a:extLst>
                      <a:ext uri="{FF2B5EF4-FFF2-40B4-BE49-F238E27FC236}">
                        <a16:creationId xmlns:a16="http://schemas.microsoft.com/office/drawing/2014/main" id="{F0A44897-04AD-93E2-137D-E0846641D1EB}"/>
                      </a:ext>
                    </a:extLst>
                  </p14:cNvPr>
                  <p14:cNvContentPartPr/>
                  <p14:nvPr/>
                </p14:nvContentPartPr>
                <p14:xfrm>
                  <a:off x="4466975" y="398766"/>
                  <a:ext cx="348480" cy="372960"/>
                </p14:xfrm>
              </p:contentPart>
            </mc:Choice>
            <mc:Fallback xmlns="">
              <p:pic>
                <p:nvPicPr>
                  <p:cNvPr id="6" name="잉크 5">
                    <a:extLst>
                      <a:ext uri="{FF2B5EF4-FFF2-40B4-BE49-F238E27FC236}">
                        <a16:creationId xmlns:a16="http://schemas.microsoft.com/office/drawing/2014/main" id="{F0A44897-04AD-93E2-137D-E0846641D1EB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4431335" y="363126"/>
                    <a:ext cx="420120" cy="444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8" name="잉크 7">
                    <a:extLst>
                      <a:ext uri="{FF2B5EF4-FFF2-40B4-BE49-F238E27FC236}">
                        <a16:creationId xmlns:a16="http://schemas.microsoft.com/office/drawing/2014/main" id="{68311DCB-EF2A-8CA9-2813-822D1AF4D6F1}"/>
                      </a:ext>
                    </a:extLst>
                  </p14:cNvPr>
                  <p14:cNvContentPartPr/>
                  <p14:nvPr/>
                </p14:nvContentPartPr>
                <p14:xfrm>
                  <a:off x="4596935" y="541326"/>
                  <a:ext cx="174960" cy="181800"/>
                </p14:xfrm>
              </p:contentPart>
            </mc:Choice>
            <mc:Fallback xmlns="">
              <p:pic>
                <p:nvPicPr>
                  <p:cNvPr id="8" name="잉크 7">
                    <a:extLst>
                      <a:ext uri="{FF2B5EF4-FFF2-40B4-BE49-F238E27FC236}">
                        <a16:creationId xmlns:a16="http://schemas.microsoft.com/office/drawing/2014/main" id="{68311DCB-EF2A-8CA9-2813-822D1AF4D6F1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4561295" y="505326"/>
                    <a:ext cx="246600" cy="25344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4C22FAF9-A4C3-B02E-D50E-6F2D0A489541}"/>
              </a:ext>
            </a:extLst>
          </p:cNvPr>
          <p:cNvSpPr txBox="1"/>
          <p:nvPr/>
        </p:nvSpPr>
        <p:spPr>
          <a:xfrm>
            <a:off x="282222" y="223754"/>
            <a:ext cx="2607734" cy="3988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800" dirty="0"/>
              <a:t>아이템</a:t>
            </a:r>
            <a:endParaRPr lang="en-US" altLang="ko-KR" sz="1800" dirty="0"/>
          </a:p>
          <a:p>
            <a:pPr>
              <a:lnSpc>
                <a:spcPct val="125000"/>
              </a:lnSpc>
            </a:pPr>
            <a:endParaRPr lang="en-US" altLang="ko-KR" sz="1800" dirty="0"/>
          </a:p>
          <a:p>
            <a:pPr>
              <a:lnSpc>
                <a:spcPct val="125000"/>
              </a:lnSpc>
            </a:pPr>
            <a:r>
              <a:rPr lang="ko-KR" altLang="en-US" sz="1400" dirty="0" err="1"/>
              <a:t>콩벌래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행동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위로 쭉 올라가는 </a:t>
            </a:r>
            <a:r>
              <a:rPr lang="ko-KR" altLang="en-US" sz="1400" dirty="0" err="1"/>
              <a:t>콩벌래를</a:t>
            </a:r>
            <a:r>
              <a:rPr lang="ko-KR" altLang="en-US" sz="1400" dirty="0"/>
              <a:t> 발사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효과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경로의 탄막을 방어</a:t>
            </a:r>
            <a:r>
              <a:rPr lang="en-US" altLang="ko-KR" sz="1400" dirty="0"/>
              <a:t>.</a:t>
            </a:r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특이사항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화면에서 상단으로 사라지기 전까지 지속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97480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EBACD-795A-9476-7F1F-F07B3BB70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F9CF6E45-A394-072B-47C9-8D988EE403FA}"/>
              </a:ext>
            </a:extLst>
          </p:cNvPr>
          <p:cNvGrpSpPr/>
          <p:nvPr/>
        </p:nvGrpSpPr>
        <p:grpSpPr>
          <a:xfrm>
            <a:off x="3044763" y="223754"/>
            <a:ext cx="8711693" cy="6410492"/>
            <a:chOff x="1615209" y="223754"/>
            <a:chExt cx="8711693" cy="6410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BF6A13F-CB73-CFBE-4447-B8467D416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5209" y="223754"/>
              <a:ext cx="8711693" cy="6410492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06C3A8D-0F20-7DEE-EA3B-687CA7B6F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5883" y="3802688"/>
              <a:ext cx="446661" cy="39633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A910E45-0ED9-08E0-9A51-6C5859E546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8125" y="4199021"/>
              <a:ext cx="446661" cy="396333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3B19D742-AE4D-B821-D27E-7A4768E300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3641" y="4199021"/>
              <a:ext cx="446661" cy="39633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689EAE62-E604-6D97-AA02-6F282E94FA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96401" y="4618708"/>
              <a:ext cx="446661" cy="396333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C7EC425D-A91B-BED4-DE15-F73B5C8F2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1455" y="4618708"/>
              <a:ext cx="446661" cy="396333"/>
            </a:xfrm>
            <a:prstGeom prst="rect">
              <a:avLst/>
            </a:prstGeom>
          </p:spPr>
        </p:pic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92F3BF8-5CB6-AB8E-717B-16B33F423AE3}"/>
                </a:ext>
              </a:extLst>
            </p:cNvPr>
            <p:cNvGrpSpPr/>
            <p:nvPr/>
          </p:nvGrpSpPr>
          <p:grpSpPr>
            <a:xfrm>
              <a:off x="2362415" y="626646"/>
              <a:ext cx="3448440" cy="4271040"/>
              <a:chOff x="2362415" y="626646"/>
              <a:chExt cx="3448440" cy="4271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5" name="잉크 14">
                    <a:extLst>
                      <a:ext uri="{FF2B5EF4-FFF2-40B4-BE49-F238E27FC236}">
                        <a16:creationId xmlns:a16="http://schemas.microsoft.com/office/drawing/2014/main" id="{CB929344-DD06-8ECF-B86E-CCB57FE789D6}"/>
                      </a:ext>
                    </a:extLst>
                  </p14:cNvPr>
                  <p14:cNvContentPartPr/>
                  <p14:nvPr/>
                </p14:nvContentPartPr>
                <p14:xfrm>
                  <a:off x="2636015" y="4713726"/>
                  <a:ext cx="2032560" cy="147240"/>
                </p14:xfrm>
              </p:contentPart>
            </mc:Choice>
            <mc:Fallback xmlns="">
              <p:pic>
                <p:nvPicPr>
                  <p:cNvPr id="15" name="잉크 14">
                    <a:extLst>
                      <a:ext uri="{FF2B5EF4-FFF2-40B4-BE49-F238E27FC236}">
                        <a16:creationId xmlns:a16="http://schemas.microsoft.com/office/drawing/2014/main" id="{CB929344-DD06-8ECF-B86E-CCB57FE789D6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18015" y="4696086"/>
                    <a:ext cx="2068200" cy="1828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6" name="잉크 15">
                    <a:extLst>
                      <a:ext uri="{FF2B5EF4-FFF2-40B4-BE49-F238E27FC236}">
                        <a16:creationId xmlns:a16="http://schemas.microsoft.com/office/drawing/2014/main" id="{9902D967-EE95-DEB4-997D-F67A041A3784}"/>
                      </a:ext>
                    </a:extLst>
                  </p14:cNvPr>
                  <p14:cNvContentPartPr/>
                  <p14:nvPr/>
                </p14:nvContentPartPr>
                <p14:xfrm>
                  <a:off x="2362415" y="4559646"/>
                  <a:ext cx="681840" cy="338040"/>
                </p14:xfrm>
              </p:contentPart>
            </mc:Choice>
            <mc:Fallback xmlns="">
              <p:pic>
                <p:nvPicPr>
                  <p:cNvPr id="16" name="잉크 15">
                    <a:extLst>
                      <a:ext uri="{FF2B5EF4-FFF2-40B4-BE49-F238E27FC236}">
                        <a16:creationId xmlns:a16="http://schemas.microsoft.com/office/drawing/2014/main" id="{9902D967-EE95-DEB4-997D-F67A041A3784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2344415" y="4542006"/>
                    <a:ext cx="717480" cy="373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8" name="잉크 17">
                    <a:extLst>
                      <a:ext uri="{FF2B5EF4-FFF2-40B4-BE49-F238E27FC236}">
                        <a16:creationId xmlns:a16="http://schemas.microsoft.com/office/drawing/2014/main" id="{304387D1-6E1A-FDDC-C116-037A9F1825DC}"/>
                      </a:ext>
                    </a:extLst>
                  </p14:cNvPr>
                  <p14:cNvContentPartPr/>
                  <p14:nvPr/>
                </p14:nvContentPartPr>
                <p14:xfrm>
                  <a:off x="3018695" y="2587206"/>
                  <a:ext cx="1950480" cy="1672200"/>
                </p14:xfrm>
              </p:contentPart>
            </mc:Choice>
            <mc:Fallback xmlns="">
              <p:pic>
                <p:nvPicPr>
                  <p:cNvPr id="18" name="잉크 17">
                    <a:extLst>
                      <a:ext uri="{FF2B5EF4-FFF2-40B4-BE49-F238E27FC236}">
                        <a16:creationId xmlns:a16="http://schemas.microsoft.com/office/drawing/2014/main" id="{304387D1-6E1A-FDDC-C116-037A9F1825DC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001055" y="2569206"/>
                    <a:ext cx="1986120" cy="170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9" name="잉크 18">
                    <a:extLst>
                      <a:ext uri="{FF2B5EF4-FFF2-40B4-BE49-F238E27FC236}">
                        <a16:creationId xmlns:a16="http://schemas.microsoft.com/office/drawing/2014/main" id="{6E387A3F-0AA5-27ED-30B3-AFB50738CA79}"/>
                      </a:ext>
                    </a:extLst>
                  </p14:cNvPr>
                  <p14:cNvContentPartPr/>
                  <p14:nvPr/>
                </p14:nvContentPartPr>
                <p14:xfrm>
                  <a:off x="2961455" y="2542206"/>
                  <a:ext cx="326160" cy="357480"/>
                </p14:xfrm>
              </p:contentPart>
            </mc:Choice>
            <mc:Fallback xmlns="">
              <p:pic>
                <p:nvPicPr>
                  <p:cNvPr id="19" name="잉크 18">
                    <a:extLst>
                      <a:ext uri="{FF2B5EF4-FFF2-40B4-BE49-F238E27FC236}">
                        <a16:creationId xmlns:a16="http://schemas.microsoft.com/office/drawing/2014/main" id="{6E387A3F-0AA5-27ED-30B3-AFB50738CA79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2943815" y="2524566"/>
                    <a:ext cx="361800" cy="393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21" name="잉크 20">
                    <a:extLst>
                      <a:ext uri="{FF2B5EF4-FFF2-40B4-BE49-F238E27FC236}">
                        <a16:creationId xmlns:a16="http://schemas.microsoft.com/office/drawing/2014/main" id="{B2F197CF-A360-A11B-39F3-C76CB0872619}"/>
                      </a:ext>
                    </a:extLst>
                  </p14:cNvPr>
                  <p14:cNvContentPartPr/>
                  <p14:nvPr/>
                </p14:nvContentPartPr>
                <p14:xfrm>
                  <a:off x="5509535" y="626646"/>
                  <a:ext cx="170280" cy="3031200"/>
                </p14:xfrm>
              </p:contentPart>
            </mc:Choice>
            <mc:Fallback xmlns="">
              <p:pic>
                <p:nvPicPr>
                  <p:cNvPr id="21" name="잉크 20">
                    <a:extLst>
                      <a:ext uri="{FF2B5EF4-FFF2-40B4-BE49-F238E27FC236}">
                        <a16:creationId xmlns:a16="http://schemas.microsoft.com/office/drawing/2014/main" id="{B2F197CF-A360-A11B-39F3-C76CB0872619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5491895" y="609006"/>
                    <a:ext cx="205920" cy="3066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22" name="잉크 21">
                    <a:extLst>
                      <a:ext uri="{FF2B5EF4-FFF2-40B4-BE49-F238E27FC236}">
                        <a16:creationId xmlns:a16="http://schemas.microsoft.com/office/drawing/2014/main" id="{A35FAA81-2F44-4B5B-7A08-593198C190AD}"/>
                      </a:ext>
                    </a:extLst>
                  </p14:cNvPr>
                  <p14:cNvContentPartPr/>
                  <p14:nvPr/>
                </p14:nvContentPartPr>
                <p14:xfrm>
                  <a:off x="5462015" y="633846"/>
                  <a:ext cx="348840" cy="243360"/>
                </p14:xfrm>
              </p:contentPart>
            </mc:Choice>
            <mc:Fallback xmlns="">
              <p:pic>
                <p:nvPicPr>
                  <p:cNvPr id="22" name="잉크 21">
                    <a:extLst>
                      <a:ext uri="{FF2B5EF4-FFF2-40B4-BE49-F238E27FC236}">
                        <a16:creationId xmlns:a16="http://schemas.microsoft.com/office/drawing/2014/main" id="{A35FAA81-2F44-4B5B-7A08-593198C190A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5444375" y="615846"/>
                    <a:ext cx="384480" cy="2790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4D9C48B4-B489-147D-AE1A-CA0D01F0D8E3}"/>
                </a:ext>
              </a:extLst>
            </p:cNvPr>
            <p:cNvGrpSpPr/>
            <p:nvPr/>
          </p:nvGrpSpPr>
          <p:grpSpPr>
            <a:xfrm>
              <a:off x="6520775" y="2220006"/>
              <a:ext cx="3349800" cy="2773440"/>
              <a:chOff x="6520775" y="2220006"/>
              <a:chExt cx="3349800" cy="2773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24" name="잉크 23">
                    <a:extLst>
                      <a:ext uri="{FF2B5EF4-FFF2-40B4-BE49-F238E27FC236}">
                        <a16:creationId xmlns:a16="http://schemas.microsoft.com/office/drawing/2014/main" id="{1F0D70DD-EDF4-C456-1191-CBC8A8574DDE}"/>
                      </a:ext>
                    </a:extLst>
                  </p14:cNvPr>
                  <p14:cNvContentPartPr/>
                  <p14:nvPr/>
                </p14:nvContentPartPr>
                <p14:xfrm>
                  <a:off x="6520775" y="2278686"/>
                  <a:ext cx="2373480" cy="1981080"/>
                </p14:xfrm>
              </p:contentPart>
            </mc:Choice>
            <mc:Fallback xmlns="">
              <p:pic>
                <p:nvPicPr>
                  <p:cNvPr id="24" name="잉크 23">
                    <a:extLst>
                      <a:ext uri="{FF2B5EF4-FFF2-40B4-BE49-F238E27FC236}">
                        <a16:creationId xmlns:a16="http://schemas.microsoft.com/office/drawing/2014/main" id="{1F0D70DD-EDF4-C456-1191-CBC8A8574DDE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6503135" y="2260686"/>
                    <a:ext cx="2409120" cy="201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25" name="잉크 24">
                    <a:extLst>
                      <a:ext uri="{FF2B5EF4-FFF2-40B4-BE49-F238E27FC236}">
                        <a16:creationId xmlns:a16="http://schemas.microsoft.com/office/drawing/2014/main" id="{62B2BC61-FEAC-8E03-49F5-80804C36159C}"/>
                      </a:ext>
                    </a:extLst>
                  </p14:cNvPr>
                  <p14:cNvContentPartPr/>
                  <p14:nvPr/>
                </p14:nvContentPartPr>
                <p14:xfrm>
                  <a:off x="8614535" y="2220006"/>
                  <a:ext cx="419400" cy="299880"/>
                </p14:xfrm>
              </p:contentPart>
            </mc:Choice>
            <mc:Fallback xmlns="">
              <p:pic>
                <p:nvPicPr>
                  <p:cNvPr id="25" name="잉크 24">
                    <a:extLst>
                      <a:ext uri="{FF2B5EF4-FFF2-40B4-BE49-F238E27FC236}">
                        <a16:creationId xmlns:a16="http://schemas.microsoft.com/office/drawing/2014/main" id="{62B2BC61-FEAC-8E03-49F5-80804C36159C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8596535" y="2202006"/>
                    <a:ext cx="455040" cy="335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26" name="잉크 25">
                    <a:extLst>
                      <a:ext uri="{FF2B5EF4-FFF2-40B4-BE49-F238E27FC236}">
                        <a16:creationId xmlns:a16="http://schemas.microsoft.com/office/drawing/2014/main" id="{56A58952-7E4A-E0A2-B478-B6C3CC790F04}"/>
                      </a:ext>
                    </a:extLst>
                  </p14:cNvPr>
                  <p14:cNvContentPartPr/>
                  <p14:nvPr/>
                </p14:nvContentPartPr>
                <p14:xfrm>
                  <a:off x="6966095" y="4807686"/>
                  <a:ext cx="2822040" cy="101160"/>
                </p14:xfrm>
              </p:contentPart>
            </mc:Choice>
            <mc:Fallback xmlns="">
              <p:pic>
                <p:nvPicPr>
                  <p:cNvPr id="26" name="잉크 25">
                    <a:extLst>
                      <a:ext uri="{FF2B5EF4-FFF2-40B4-BE49-F238E27FC236}">
                        <a16:creationId xmlns:a16="http://schemas.microsoft.com/office/drawing/2014/main" id="{56A58952-7E4A-E0A2-B478-B6C3CC790F04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6948095" y="4790046"/>
                    <a:ext cx="2857680" cy="136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35DC1714-6CD3-8E70-A171-C2CA9497F835}"/>
                      </a:ext>
                    </a:extLst>
                  </p14:cNvPr>
                  <p14:cNvContentPartPr/>
                  <p14:nvPr/>
                </p14:nvContentPartPr>
                <p14:xfrm>
                  <a:off x="9504815" y="4583766"/>
                  <a:ext cx="365760" cy="409680"/>
                </p14:xfrm>
              </p:contentPart>
            </mc:Choice>
            <mc:Fallback xmlns="">
              <p:pic>
                <p:nvPicPr>
                  <p:cNvPr id="27" name="잉크 26">
                    <a:extLst>
                      <a:ext uri="{FF2B5EF4-FFF2-40B4-BE49-F238E27FC236}">
                        <a16:creationId xmlns:a16="http://schemas.microsoft.com/office/drawing/2014/main" id="{35DC1714-6CD3-8E70-A171-C2CA9497F835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9486815" y="4566126"/>
                    <a:ext cx="401400" cy="4453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75F55AB-1B0F-56A1-9D97-FA09D2492F9C}"/>
              </a:ext>
            </a:extLst>
          </p:cNvPr>
          <p:cNvSpPr txBox="1"/>
          <p:nvPr/>
        </p:nvSpPr>
        <p:spPr>
          <a:xfrm>
            <a:off x="282222" y="223754"/>
            <a:ext cx="2607734" cy="425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800" dirty="0"/>
              <a:t>아이템</a:t>
            </a:r>
            <a:endParaRPr lang="en-US" altLang="ko-KR" sz="1800" dirty="0"/>
          </a:p>
          <a:p>
            <a:pPr>
              <a:lnSpc>
                <a:spcPct val="125000"/>
              </a:lnSpc>
            </a:pPr>
            <a:endParaRPr lang="en-US" altLang="ko-KR" sz="18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레이디 버그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행동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en-US" altLang="ko-KR" sz="1400" dirty="0"/>
              <a:t>5</a:t>
            </a:r>
            <a:r>
              <a:rPr lang="ko-KR" altLang="en-US" sz="1400" dirty="0"/>
              <a:t>방향으로 레이디 버그 발사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효과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경로의 투사체와 몬스터를 처치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특이사항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레이디 버그는 직선운동만을 함</a:t>
            </a:r>
            <a:r>
              <a:rPr lang="en-US" altLang="ko-KR" sz="1400" dirty="0"/>
              <a:t>. </a:t>
            </a:r>
            <a:r>
              <a:rPr lang="ko-KR" altLang="en-US" sz="1400" dirty="0"/>
              <a:t>화면에서 사라질 </a:t>
            </a:r>
            <a:r>
              <a:rPr lang="ko-KR" altLang="en-US" sz="1400" dirty="0" err="1"/>
              <a:t>떄</a:t>
            </a:r>
            <a:r>
              <a:rPr lang="ko-KR" altLang="en-US" sz="1400" dirty="0"/>
              <a:t> 까지 지속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824511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03418-39F5-823F-0799-3CD7F704E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62C244C9-4522-F9A8-C9EB-A2A35FBE9936}"/>
              </a:ext>
            </a:extLst>
          </p:cNvPr>
          <p:cNvGrpSpPr/>
          <p:nvPr/>
        </p:nvGrpSpPr>
        <p:grpSpPr>
          <a:xfrm>
            <a:off x="3049662" y="223754"/>
            <a:ext cx="8711693" cy="6410492"/>
            <a:chOff x="1740153" y="223754"/>
            <a:chExt cx="8711693" cy="6410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73CF993-F021-ED1A-2BC5-DF94ADA37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0153" y="223754"/>
              <a:ext cx="8711693" cy="6410492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ECB8A342-4E70-7378-F547-6BA6A6513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4995770" y="2463377"/>
              <a:ext cx="1681755" cy="1644382"/>
            </a:xfrm>
            <a:prstGeom prst="rect">
              <a:avLst/>
            </a:prstGeom>
          </p:spPr>
        </p:pic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CF7C9223-5FE8-81D9-76C8-2EED20FA3FA5}"/>
                </a:ext>
              </a:extLst>
            </p:cNvPr>
            <p:cNvGrpSpPr/>
            <p:nvPr/>
          </p:nvGrpSpPr>
          <p:grpSpPr>
            <a:xfrm>
              <a:off x="6633095" y="2069166"/>
              <a:ext cx="1078560" cy="901440"/>
              <a:chOff x="6633095" y="2069166"/>
              <a:chExt cx="1078560" cy="9014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5" name="잉크 4">
                    <a:extLst>
                      <a:ext uri="{FF2B5EF4-FFF2-40B4-BE49-F238E27FC236}">
                        <a16:creationId xmlns:a16="http://schemas.microsoft.com/office/drawing/2014/main" id="{9F936727-A6D4-469E-1AA1-07D7E217827A}"/>
                      </a:ext>
                    </a:extLst>
                  </p14:cNvPr>
                  <p14:cNvContentPartPr/>
                  <p14:nvPr/>
                </p14:nvContentPartPr>
                <p14:xfrm>
                  <a:off x="6633095" y="2187606"/>
                  <a:ext cx="347040" cy="451080"/>
                </p14:xfrm>
              </p:contentPart>
            </mc:Choice>
            <mc:Fallback xmlns="">
              <p:pic>
                <p:nvPicPr>
                  <p:cNvPr id="5" name="잉크 4">
                    <a:extLst>
                      <a:ext uri="{FF2B5EF4-FFF2-40B4-BE49-F238E27FC236}">
                        <a16:creationId xmlns:a16="http://schemas.microsoft.com/office/drawing/2014/main" id="{9F936727-A6D4-469E-1AA1-07D7E217827A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6615095" y="2169966"/>
                    <a:ext cx="382680" cy="486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6" name="잉크 5">
                    <a:extLst>
                      <a:ext uri="{FF2B5EF4-FFF2-40B4-BE49-F238E27FC236}">
                        <a16:creationId xmlns:a16="http://schemas.microsoft.com/office/drawing/2014/main" id="{0768A04D-68EB-57CC-41C0-6D2657B9FF5D}"/>
                      </a:ext>
                    </a:extLst>
                  </p14:cNvPr>
                  <p14:cNvContentPartPr/>
                  <p14:nvPr/>
                </p14:nvContentPartPr>
                <p14:xfrm>
                  <a:off x="7026575" y="2238006"/>
                  <a:ext cx="47880" cy="564840"/>
                </p14:xfrm>
              </p:contentPart>
            </mc:Choice>
            <mc:Fallback xmlns="">
              <p:pic>
                <p:nvPicPr>
                  <p:cNvPr id="6" name="잉크 5">
                    <a:extLst>
                      <a:ext uri="{FF2B5EF4-FFF2-40B4-BE49-F238E27FC236}">
                        <a16:creationId xmlns:a16="http://schemas.microsoft.com/office/drawing/2014/main" id="{0768A04D-68EB-57CC-41C0-6D2657B9FF5D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7008935" y="2220006"/>
                    <a:ext cx="83520" cy="600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8" name="잉크 7">
                    <a:extLst>
                      <a:ext uri="{FF2B5EF4-FFF2-40B4-BE49-F238E27FC236}">
                        <a16:creationId xmlns:a16="http://schemas.microsoft.com/office/drawing/2014/main" id="{05933471-C919-0467-54F1-ED00CAAD05F7}"/>
                      </a:ext>
                    </a:extLst>
                  </p14:cNvPr>
                  <p14:cNvContentPartPr/>
                  <p14:nvPr/>
                </p14:nvContentPartPr>
                <p14:xfrm>
                  <a:off x="7254095" y="2069166"/>
                  <a:ext cx="303120" cy="374760"/>
                </p14:xfrm>
              </p:contentPart>
            </mc:Choice>
            <mc:Fallback xmlns="">
              <p:pic>
                <p:nvPicPr>
                  <p:cNvPr id="8" name="잉크 7">
                    <a:extLst>
                      <a:ext uri="{FF2B5EF4-FFF2-40B4-BE49-F238E27FC236}">
                        <a16:creationId xmlns:a16="http://schemas.microsoft.com/office/drawing/2014/main" id="{05933471-C919-0467-54F1-ED00CAAD05F7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7236455" y="2051166"/>
                    <a:ext cx="338760" cy="410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9" name="잉크 8">
                    <a:extLst>
                      <a:ext uri="{FF2B5EF4-FFF2-40B4-BE49-F238E27FC236}">
                        <a16:creationId xmlns:a16="http://schemas.microsoft.com/office/drawing/2014/main" id="{9984A488-A379-DA32-8319-0FC3BD2A28DA}"/>
                      </a:ext>
                    </a:extLst>
                  </p14:cNvPr>
                  <p14:cNvContentPartPr/>
                  <p14:nvPr/>
                </p14:nvContentPartPr>
                <p14:xfrm>
                  <a:off x="7187135" y="2382006"/>
                  <a:ext cx="524520" cy="156600"/>
                </p14:xfrm>
              </p:contentPart>
            </mc:Choice>
            <mc:Fallback xmlns="">
              <p:pic>
                <p:nvPicPr>
                  <p:cNvPr id="9" name="잉크 8">
                    <a:extLst>
                      <a:ext uri="{FF2B5EF4-FFF2-40B4-BE49-F238E27FC236}">
                        <a16:creationId xmlns:a16="http://schemas.microsoft.com/office/drawing/2014/main" id="{9984A488-A379-DA32-8319-0FC3BD2A28DA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7169495" y="2364006"/>
                    <a:ext cx="560160" cy="192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4" name="잉크 13">
                    <a:extLst>
                      <a:ext uri="{FF2B5EF4-FFF2-40B4-BE49-F238E27FC236}">
                        <a16:creationId xmlns:a16="http://schemas.microsoft.com/office/drawing/2014/main" id="{EB76AD91-3F7E-6213-ACA9-357115255FA8}"/>
                      </a:ext>
                    </a:extLst>
                  </p14:cNvPr>
                  <p14:cNvContentPartPr/>
                  <p14:nvPr/>
                </p14:nvContentPartPr>
                <p14:xfrm>
                  <a:off x="7218815" y="2634726"/>
                  <a:ext cx="327960" cy="335880"/>
                </p14:xfrm>
              </p:contentPart>
            </mc:Choice>
            <mc:Fallback xmlns="">
              <p:pic>
                <p:nvPicPr>
                  <p:cNvPr id="14" name="잉크 13">
                    <a:extLst>
                      <a:ext uri="{FF2B5EF4-FFF2-40B4-BE49-F238E27FC236}">
                        <a16:creationId xmlns:a16="http://schemas.microsoft.com/office/drawing/2014/main" id="{EB76AD91-3F7E-6213-ACA9-357115255FA8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201175" y="2617086"/>
                    <a:ext cx="363600" cy="3715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A370272-FDA8-DB81-8E7C-AD7022988725}"/>
              </a:ext>
            </a:extLst>
          </p:cNvPr>
          <p:cNvSpPr txBox="1"/>
          <p:nvPr/>
        </p:nvSpPr>
        <p:spPr>
          <a:xfrm>
            <a:off x="282222" y="223754"/>
            <a:ext cx="2607734" cy="371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800" dirty="0"/>
              <a:t>아이템</a:t>
            </a:r>
            <a:endParaRPr lang="en-US" altLang="ko-KR" sz="1800" dirty="0"/>
          </a:p>
          <a:p>
            <a:pPr>
              <a:lnSpc>
                <a:spcPct val="125000"/>
              </a:lnSpc>
            </a:pPr>
            <a:endParaRPr lang="en-US" altLang="ko-KR" sz="18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나뭇잎 우산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행동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캐릭터 상단에 나뭇잎이 펼쳐지며 따라다님</a:t>
            </a:r>
            <a:r>
              <a:rPr lang="en-US" altLang="ko-KR" sz="1400" dirty="0"/>
              <a:t>. </a:t>
            </a:r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효과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탄막을 방어해줌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특이사항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지속시간 존재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23449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8A709-9AF0-1727-ABBF-F4188BB5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D6801FDD-17E6-7A78-62A0-0EFB98C95DF1}"/>
              </a:ext>
            </a:extLst>
          </p:cNvPr>
          <p:cNvGrpSpPr/>
          <p:nvPr/>
        </p:nvGrpSpPr>
        <p:grpSpPr>
          <a:xfrm>
            <a:off x="3049668" y="222028"/>
            <a:ext cx="8711693" cy="6410492"/>
            <a:chOff x="1740153" y="86560"/>
            <a:chExt cx="8711693" cy="6410492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831656CA-010D-684C-6882-8C0D1F12EB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0153" y="86560"/>
              <a:ext cx="8711693" cy="6410492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B9993ED1-5275-C45F-F4BF-F7CF1EE35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36047" y="2694483"/>
              <a:ext cx="3255879" cy="3435336"/>
            </a:xfrm>
            <a:prstGeom prst="rect">
              <a:avLst/>
            </a:prstGeom>
          </p:spPr>
        </p:pic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B56BE94-4A40-4277-694D-10FF97064409}"/>
                </a:ext>
              </a:extLst>
            </p:cNvPr>
            <p:cNvGrpSpPr/>
            <p:nvPr/>
          </p:nvGrpSpPr>
          <p:grpSpPr>
            <a:xfrm>
              <a:off x="7362455" y="1840926"/>
              <a:ext cx="1654920" cy="1028160"/>
              <a:chOff x="7362455" y="1840926"/>
              <a:chExt cx="1654920" cy="1028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10" name="잉크 9">
                    <a:extLst>
                      <a:ext uri="{FF2B5EF4-FFF2-40B4-BE49-F238E27FC236}">
                        <a16:creationId xmlns:a16="http://schemas.microsoft.com/office/drawing/2014/main" id="{3753D0FC-E500-2648-29EE-ADA0137B0725}"/>
                      </a:ext>
                    </a:extLst>
                  </p14:cNvPr>
                  <p14:cNvContentPartPr/>
                  <p14:nvPr/>
                </p14:nvContentPartPr>
                <p14:xfrm>
                  <a:off x="7362455" y="2031366"/>
                  <a:ext cx="739080" cy="465480"/>
                </p14:xfrm>
              </p:contentPart>
            </mc:Choice>
            <mc:Fallback xmlns="">
              <p:pic>
                <p:nvPicPr>
                  <p:cNvPr id="10" name="잉크 9">
                    <a:extLst>
                      <a:ext uri="{FF2B5EF4-FFF2-40B4-BE49-F238E27FC236}">
                        <a16:creationId xmlns:a16="http://schemas.microsoft.com/office/drawing/2014/main" id="{3753D0FC-E500-2648-29EE-ADA0137B0725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7344815" y="2013726"/>
                    <a:ext cx="774720" cy="501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1" name="잉크 10">
                    <a:extLst>
                      <a:ext uri="{FF2B5EF4-FFF2-40B4-BE49-F238E27FC236}">
                        <a16:creationId xmlns:a16="http://schemas.microsoft.com/office/drawing/2014/main" id="{42531956-DEA9-03C7-356E-8A983A66F71E}"/>
                      </a:ext>
                    </a:extLst>
                  </p14:cNvPr>
                  <p14:cNvContentPartPr/>
                  <p14:nvPr/>
                </p14:nvContentPartPr>
                <p14:xfrm>
                  <a:off x="8228615" y="1984926"/>
                  <a:ext cx="13680" cy="884160"/>
                </p14:xfrm>
              </p:contentPart>
            </mc:Choice>
            <mc:Fallback xmlns="">
              <p:pic>
                <p:nvPicPr>
                  <p:cNvPr id="11" name="잉크 10">
                    <a:extLst>
                      <a:ext uri="{FF2B5EF4-FFF2-40B4-BE49-F238E27FC236}">
                        <a16:creationId xmlns:a16="http://schemas.microsoft.com/office/drawing/2014/main" id="{42531956-DEA9-03C7-356E-8A983A66F71E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8210615" y="1967286"/>
                    <a:ext cx="49320" cy="919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2" name="잉크 11">
                    <a:extLst>
                      <a:ext uri="{FF2B5EF4-FFF2-40B4-BE49-F238E27FC236}">
                        <a16:creationId xmlns:a16="http://schemas.microsoft.com/office/drawing/2014/main" id="{39AC185F-1D48-3143-539F-03E7EDF959EB}"/>
                      </a:ext>
                    </a:extLst>
                  </p14:cNvPr>
                  <p14:cNvContentPartPr/>
                  <p14:nvPr/>
                </p14:nvContentPartPr>
                <p14:xfrm>
                  <a:off x="8464775" y="1840926"/>
                  <a:ext cx="373320" cy="420480"/>
                </p14:xfrm>
              </p:contentPart>
            </mc:Choice>
            <mc:Fallback xmlns="">
              <p:pic>
                <p:nvPicPr>
                  <p:cNvPr id="12" name="잉크 11">
                    <a:extLst>
                      <a:ext uri="{FF2B5EF4-FFF2-40B4-BE49-F238E27FC236}">
                        <a16:creationId xmlns:a16="http://schemas.microsoft.com/office/drawing/2014/main" id="{39AC185F-1D48-3143-539F-03E7EDF959EB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8447135" y="1822926"/>
                    <a:ext cx="408960" cy="456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3" name="잉크 12">
                    <a:extLst>
                      <a:ext uri="{FF2B5EF4-FFF2-40B4-BE49-F238E27FC236}">
                        <a16:creationId xmlns:a16="http://schemas.microsoft.com/office/drawing/2014/main" id="{2C2B762B-CBDE-C39E-38BD-CFB41446CB57}"/>
                      </a:ext>
                    </a:extLst>
                  </p14:cNvPr>
                  <p14:cNvContentPartPr/>
                  <p14:nvPr/>
                </p14:nvContentPartPr>
                <p14:xfrm>
                  <a:off x="8387015" y="2201286"/>
                  <a:ext cx="311760" cy="109800"/>
                </p14:xfrm>
              </p:contentPart>
            </mc:Choice>
            <mc:Fallback xmlns="">
              <p:pic>
                <p:nvPicPr>
                  <p:cNvPr id="13" name="잉크 12">
                    <a:extLst>
                      <a:ext uri="{FF2B5EF4-FFF2-40B4-BE49-F238E27FC236}">
                        <a16:creationId xmlns:a16="http://schemas.microsoft.com/office/drawing/2014/main" id="{2C2B762B-CBDE-C39E-38BD-CFB41446CB57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8369375" y="2183646"/>
                    <a:ext cx="347400" cy="145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5" name="잉크 14">
                    <a:extLst>
                      <a:ext uri="{FF2B5EF4-FFF2-40B4-BE49-F238E27FC236}">
                        <a16:creationId xmlns:a16="http://schemas.microsoft.com/office/drawing/2014/main" id="{D64AB6E7-5E04-9249-CC4F-0708C1BF6B23}"/>
                      </a:ext>
                    </a:extLst>
                  </p14:cNvPr>
                  <p14:cNvContentPartPr/>
                  <p14:nvPr/>
                </p14:nvContentPartPr>
                <p14:xfrm>
                  <a:off x="8338055" y="2309646"/>
                  <a:ext cx="679320" cy="18000"/>
                </p14:xfrm>
              </p:contentPart>
            </mc:Choice>
            <mc:Fallback xmlns="">
              <p:pic>
                <p:nvPicPr>
                  <p:cNvPr id="15" name="잉크 14">
                    <a:extLst>
                      <a:ext uri="{FF2B5EF4-FFF2-40B4-BE49-F238E27FC236}">
                        <a16:creationId xmlns:a16="http://schemas.microsoft.com/office/drawing/2014/main" id="{D64AB6E7-5E04-9249-CC4F-0708C1BF6B23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8320055" y="2292006"/>
                    <a:ext cx="714960" cy="53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6" name="잉크 15">
                    <a:extLst>
                      <a:ext uri="{FF2B5EF4-FFF2-40B4-BE49-F238E27FC236}">
                        <a16:creationId xmlns:a16="http://schemas.microsoft.com/office/drawing/2014/main" id="{CDE65E23-A12F-8580-10D6-835955B6AC1D}"/>
                      </a:ext>
                    </a:extLst>
                  </p14:cNvPr>
                  <p14:cNvContentPartPr/>
                  <p14:nvPr/>
                </p14:nvContentPartPr>
                <p14:xfrm>
                  <a:off x="8421935" y="2429886"/>
                  <a:ext cx="423360" cy="345600"/>
                </p14:xfrm>
              </p:contentPart>
            </mc:Choice>
            <mc:Fallback xmlns="">
              <p:pic>
                <p:nvPicPr>
                  <p:cNvPr id="16" name="잉크 15">
                    <a:extLst>
                      <a:ext uri="{FF2B5EF4-FFF2-40B4-BE49-F238E27FC236}">
                        <a16:creationId xmlns:a16="http://schemas.microsoft.com/office/drawing/2014/main" id="{CDE65E23-A12F-8580-10D6-835955B6AC1D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8404295" y="2412246"/>
                    <a:ext cx="459000" cy="381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9" name="잉크 18">
                    <a:extLst>
                      <a:ext uri="{FF2B5EF4-FFF2-40B4-BE49-F238E27FC236}">
                        <a16:creationId xmlns:a16="http://schemas.microsoft.com/office/drawing/2014/main" id="{CDDDC5DA-43E1-FF72-6021-5C66FA62E9D3}"/>
                      </a:ext>
                    </a:extLst>
                  </p14:cNvPr>
                  <p14:cNvContentPartPr/>
                  <p14:nvPr/>
                </p14:nvContentPartPr>
                <p14:xfrm>
                  <a:off x="8409335" y="1984926"/>
                  <a:ext cx="145440" cy="130680"/>
                </p14:xfrm>
              </p:contentPart>
            </mc:Choice>
            <mc:Fallback xmlns="">
              <p:pic>
                <p:nvPicPr>
                  <p:cNvPr id="19" name="잉크 18">
                    <a:extLst>
                      <a:ext uri="{FF2B5EF4-FFF2-40B4-BE49-F238E27FC236}">
                        <a16:creationId xmlns:a16="http://schemas.microsoft.com/office/drawing/2014/main" id="{CDDDC5DA-43E1-FF72-6021-5C66FA62E9D3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8391695" y="1967286"/>
                    <a:ext cx="181080" cy="1663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2B63CF9-179E-7D8C-9766-4FC5E8D04229}"/>
              </a:ext>
            </a:extLst>
          </p:cNvPr>
          <p:cNvSpPr txBox="1"/>
          <p:nvPr/>
        </p:nvSpPr>
        <p:spPr>
          <a:xfrm>
            <a:off x="282222" y="223754"/>
            <a:ext cx="2607734" cy="371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800" dirty="0"/>
              <a:t>아이템</a:t>
            </a:r>
            <a:endParaRPr lang="en-US" altLang="ko-KR" sz="1800" dirty="0"/>
          </a:p>
          <a:p>
            <a:pPr>
              <a:lnSpc>
                <a:spcPct val="125000"/>
              </a:lnSpc>
            </a:pPr>
            <a:endParaRPr lang="en-US" altLang="ko-KR" sz="18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꽃 폭탄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행동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원형 범위의 방어막을 형성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효과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방어막에 닿은 몬스터를 처치</a:t>
            </a:r>
            <a:r>
              <a:rPr lang="en-US" altLang="ko-KR" sz="1400" dirty="0"/>
              <a:t>, </a:t>
            </a:r>
            <a:r>
              <a:rPr lang="ko-KR" altLang="en-US" sz="1400" dirty="0"/>
              <a:t>방어막에 닿은 탄막을 방어함</a:t>
            </a:r>
            <a:endParaRPr lang="en-US" altLang="ko-KR" sz="1400" dirty="0"/>
          </a:p>
          <a:p>
            <a:pPr>
              <a:lnSpc>
                <a:spcPct val="125000"/>
              </a:lnSpc>
            </a:pPr>
            <a:endParaRPr lang="en-US" altLang="ko-KR" sz="1400" dirty="0"/>
          </a:p>
          <a:p>
            <a:pPr>
              <a:lnSpc>
                <a:spcPct val="125000"/>
              </a:lnSpc>
            </a:pPr>
            <a:r>
              <a:rPr lang="ko-KR" altLang="en-US" sz="1400" dirty="0"/>
              <a:t>특이사항</a:t>
            </a:r>
            <a:r>
              <a:rPr lang="en-US" altLang="ko-KR" sz="1400" dirty="0"/>
              <a:t>:</a:t>
            </a:r>
          </a:p>
          <a:p>
            <a:pPr>
              <a:lnSpc>
                <a:spcPct val="125000"/>
              </a:lnSpc>
            </a:pPr>
            <a:r>
              <a:rPr lang="ko-KR" altLang="en-US" sz="1400" dirty="0"/>
              <a:t>지속시간 존재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69451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D7FDC-E1B6-F06A-66F0-368C482CA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40EDE6A7-434F-CE24-27B1-C6A70980D053}"/>
              </a:ext>
            </a:extLst>
          </p:cNvPr>
          <p:cNvSpPr txBox="1"/>
          <p:nvPr/>
        </p:nvSpPr>
        <p:spPr>
          <a:xfrm>
            <a:off x="471957" y="326643"/>
            <a:ext cx="3026713" cy="1680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 err="1"/>
              <a:t>빠른놈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체력이 </a:t>
            </a:r>
            <a:r>
              <a:rPr lang="ko-KR" altLang="en-US" sz="1400" dirty="0" err="1"/>
              <a:t>높은놈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갑자기 돌진하며 </a:t>
            </a:r>
            <a:r>
              <a:rPr lang="ko-KR" altLang="en-US" sz="1400" dirty="0" err="1"/>
              <a:t>이동하는놈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죽으면 분열하는 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덩치가 큰놈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27C4AC-D25F-82E2-9560-BFA44B0B476F}"/>
              </a:ext>
            </a:extLst>
          </p:cNvPr>
          <p:cNvSpPr txBox="1"/>
          <p:nvPr/>
        </p:nvSpPr>
        <p:spPr>
          <a:xfrm>
            <a:off x="471957" y="3006237"/>
            <a:ext cx="3026713" cy="1680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아이템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자석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베이비 버그 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나뭇잎 우산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꽃잎 폭탄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9D764-EC8A-4380-EFE0-B1281DBF98A7}"/>
              </a:ext>
            </a:extLst>
          </p:cNvPr>
          <p:cNvSpPr txBox="1"/>
          <p:nvPr/>
        </p:nvSpPr>
        <p:spPr>
          <a:xfrm>
            <a:off x="4766202" y="3006237"/>
            <a:ext cx="3026713" cy="1410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기본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길을 가로 막는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빠른 속도의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크기가 큰 탄막</a:t>
            </a:r>
            <a:endParaRPr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196897-7744-D48E-9327-D95477BA367E}"/>
              </a:ext>
            </a:extLst>
          </p:cNvPr>
          <p:cNvSpPr txBox="1"/>
          <p:nvPr/>
        </p:nvSpPr>
        <p:spPr>
          <a:xfrm>
            <a:off x="4766203" y="326643"/>
            <a:ext cx="3026713" cy="194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무기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근접 광역 전면 공격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근접 단일 전면 공격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근접 광역 양면 공격</a:t>
            </a:r>
            <a:endParaRPr lang="en-US" altLang="ko-KR" sz="1400" dirty="0"/>
          </a:p>
          <a:p>
            <a:pPr marL="800100" lvl="1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사거리 짧음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원거리 단일 전면 공격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원거리 단일 양면 공격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1862567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10ABE-F572-815C-2F54-FE04F3280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C97CD6B-26DC-929B-AD56-86EA3944E4C1}"/>
              </a:ext>
            </a:extLst>
          </p:cNvPr>
          <p:cNvSpPr txBox="1"/>
          <p:nvPr/>
        </p:nvSpPr>
        <p:spPr>
          <a:xfrm>
            <a:off x="461325" y="326643"/>
            <a:ext cx="3026713" cy="1680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몬스터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 err="1"/>
              <a:t>빠른놈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체력이 </a:t>
            </a:r>
            <a:r>
              <a:rPr lang="ko-KR" altLang="en-US" sz="1400" dirty="0" err="1"/>
              <a:t>높은놈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갑자기 돌진하며 </a:t>
            </a:r>
            <a:r>
              <a:rPr lang="ko-KR" altLang="en-US" sz="1400" dirty="0" err="1"/>
              <a:t>이동하는놈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죽으면 분열하는 놈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덩치가 큰놈</a:t>
            </a:r>
            <a:endParaRPr lang="en-US" altLang="ko-KR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310E69-D96D-5362-26EF-1E54C3595D60}"/>
              </a:ext>
            </a:extLst>
          </p:cNvPr>
          <p:cNvSpPr txBox="1"/>
          <p:nvPr/>
        </p:nvSpPr>
        <p:spPr>
          <a:xfrm>
            <a:off x="461325" y="3003460"/>
            <a:ext cx="3026713" cy="16800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아이템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자석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베이비 버그 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나뭇잎 우산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꽃잎 폭탄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296D7F-19A2-F9BF-0BFE-A9F8FCA4A812}"/>
              </a:ext>
            </a:extLst>
          </p:cNvPr>
          <p:cNvSpPr txBox="1"/>
          <p:nvPr/>
        </p:nvSpPr>
        <p:spPr>
          <a:xfrm>
            <a:off x="4766202" y="3006237"/>
            <a:ext cx="3026713" cy="1410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기본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길을 가로 막는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빠른 속도의 탄막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크기가 큰 탄막</a:t>
            </a:r>
            <a:endParaRPr lang="en-US" altLang="ko-KR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F7C7AC-812D-F0B1-2BB1-147618951C6D}"/>
              </a:ext>
            </a:extLst>
          </p:cNvPr>
          <p:cNvSpPr txBox="1"/>
          <p:nvPr/>
        </p:nvSpPr>
        <p:spPr>
          <a:xfrm>
            <a:off x="4766203" y="326643"/>
            <a:ext cx="3026713" cy="1949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ko-KR" altLang="en-US" sz="1400" dirty="0"/>
              <a:t>무기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근접 광역 전면 공격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근접 단일 전면 공격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근접 광역 양면 공격</a:t>
            </a:r>
            <a:endParaRPr lang="en-US" altLang="ko-KR" sz="1400" dirty="0"/>
          </a:p>
          <a:p>
            <a:pPr marL="800100" lvl="1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사거리 짧음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원거리 단일 전면 공격</a:t>
            </a:r>
            <a:endParaRPr lang="en-US" altLang="ko-KR" sz="1400" dirty="0"/>
          </a:p>
          <a:p>
            <a:pPr marL="342900" indent="-342900">
              <a:lnSpc>
                <a:spcPct val="125000"/>
              </a:lnSpc>
              <a:buAutoNum type="arabicPeriod"/>
            </a:pPr>
            <a:r>
              <a:rPr lang="ko-KR" altLang="en-US" sz="1400" dirty="0"/>
              <a:t>원거리 단일 양면 공격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387173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1019</Words>
  <Application>Microsoft Office PowerPoint</Application>
  <PresentationFormat>와이드스크린</PresentationFormat>
  <Paragraphs>319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버섯거기섯 컨셉 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21</cp:revision>
  <dcterms:created xsi:type="dcterms:W3CDTF">2025-11-04T00:47:32Z</dcterms:created>
  <dcterms:modified xsi:type="dcterms:W3CDTF">2025-11-05T09:05:16Z</dcterms:modified>
</cp:coreProperties>
</file>